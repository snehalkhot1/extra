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658" y="-1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46394" y="170551"/>
            <a:ext cx="13620115" cy="3108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50" b="0" i="0">
                <a:solidFill>
                  <a:srgbClr val="263CA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550" b="0" i="0">
                <a:solidFill>
                  <a:srgbClr val="263CA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550" b="0" i="0">
                <a:solidFill>
                  <a:srgbClr val="263CA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550" b="0" i="0">
                <a:solidFill>
                  <a:srgbClr val="263CA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30647" y="113030"/>
            <a:ext cx="10265390" cy="220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50" b="0" i="0">
                <a:solidFill>
                  <a:srgbClr val="263CA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55110" y="2178204"/>
            <a:ext cx="15550515" cy="654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1454" y="4369080"/>
            <a:ext cx="12472670" cy="2254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55820" marR="5080" indent="-4643755">
              <a:lnSpc>
                <a:spcPct val="116100"/>
              </a:lnSpc>
              <a:spcBef>
                <a:spcPts val="95"/>
              </a:spcBef>
            </a:pPr>
            <a:r>
              <a:rPr sz="6300" b="1" spc="180" dirty="0">
                <a:solidFill>
                  <a:srgbClr val="263CAB"/>
                </a:solidFill>
                <a:latin typeface="Trebuchet MS"/>
                <a:cs typeface="Trebuchet MS"/>
              </a:rPr>
              <a:t>STUDENT</a:t>
            </a:r>
            <a:r>
              <a:rPr sz="6300" b="1" spc="-555" dirty="0">
                <a:solidFill>
                  <a:srgbClr val="263CAB"/>
                </a:solidFill>
                <a:latin typeface="Trebuchet MS"/>
                <a:cs typeface="Trebuchet MS"/>
              </a:rPr>
              <a:t> </a:t>
            </a:r>
            <a:r>
              <a:rPr sz="6300" b="1" spc="409" dirty="0">
                <a:solidFill>
                  <a:srgbClr val="263CAB"/>
                </a:solidFill>
                <a:latin typeface="Trebuchet MS"/>
                <a:cs typeface="Trebuchet MS"/>
              </a:rPr>
              <a:t>DOCUMENT</a:t>
            </a:r>
            <a:r>
              <a:rPr sz="6300" b="1" spc="-550" dirty="0">
                <a:solidFill>
                  <a:srgbClr val="263CAB"/>
                </a:solidFill>
                <a:latin typeface="Trebuchet MS"/>
                <a:cs typeface="Trebuchet MS"/>
              </a:rPr>
              <a:t> </a:t>
            </a:r>
            <a:r>
              <a:rPr sz="6300" b="1" spc="240" dirty="0">
                <a:solidFill>
                  <a:srgbClr val="263CAB"/>
                </a:solidFill>
                <a:latin typeface="Trebuchet MS"/>
                <a:cs typeface="Trebuchet MS"/>
              </a:rPr>
              <a:t>SECURITY </a:t>
            </a:r>
            <a:r>
              <a:rPr sz="6300" b="1" spc="380" dirty="0">
                <a:solidFill>
                  <a:srgbClr val="263CAB"/>
                </a:solidFill>
                <a:latin typeface="Trebuchet MS"/>
                <a:cs typeface="Trebuchet MS"/>
              </a:rPr>
              <a:t>SYSTEM</a:t>
            </a:r>
            <a:endParaRPr sz="6300" dirty="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702" y="450215"/>
            <a:ext cx="18283555" cy="9836785"/>
            <a:chOff x="4762" y="450461"/>
            <a:chExt cx="18283555" cy="9836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" y="1715077"/>
              <a:ext cx="18283237" cy="85719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967" y="450461"/>
              <a:ext cx="2009774" cy="267652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xfrm>
            <a:off x="3746394" y="170551"/>
            <a:ext cx="13620115" cy="27252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599"/>
              </a:lnSpc>
              <a:spcBef>
                <a:spcPts val="95"/>
              </a:spcBef>
            </a:pPr>
            <a:r>
              <a:rPr lang="en-US" sz="4800" dirty="0" err="1">
                <a:solidFill>
                  <a:schemeClr val="tx1"/>
                </a:solidFill>
                <a:latin typeface="Algerian" panose="04020705040A02060702" pitchFamily="82" charset="0"/>
              </a:rPr>
              <a:t>D.Y.Patil</a:t>
            </a:r>
            <a:r>
              <a:rPr lang="en-US" sz="4800" dirty="0">
                <a:solidFill>
                  <a:schemeClr val="tx1"/>
                </a:solidFill>
                <a:latin typeface="Algerian" panose="04020705040A02060702" pitchFamily="82" charset="0"/>
              </a:rPr>
              <a:t> college of engineering &amp; technology, </a:t>
            </a:r>
            <a:r>
              <a:rPr lang="en-US" sz="4800" dirty="0" err="1">
                <a:solidFill>
                  <a:schemeClr val="tx1"/>
                </a:solidFill>
                <a:latin typeface="Algerian" panose="04020705040A02060702" pitchFamily="82" charset="0"/>
              </a:rPr>
              <a:t>kasaba</a:t>
            </a:r>
            <a:r>
              <a:rPr lang="en-US" sz="4800" dirty="0">
                <a:solidFill>
                  <a:schemeClr val="tx1"/>
                </a:solidFill>
                <a:latin typeface="Algerian" panose="04020705040A02060702" pitchFamily="82" charset="0"/>
              </a:rPr>
              <a:t> </a:t>
            </a:r>
            <a:r>
              <a:rPr lang="en-US" sz="4800" dirty="0" err="1">
                <a:solidFill>
                  <a:schemeClr val="tx1"/>
                </a:solidFill>
                <a:latin typeface="Algerian" panose="04020705040A02060702" pitchFamily="82" charset="0"/>
              </a:rPr>
              <a:t>bawada</a:t>
            </a:r>
            <a:r>
              <a:rPr lang="en-US" sz="4800" dirty="0">
                <a:solidFill>
                  <a:schemeClr val="tx1"/>
                </a:solidFill>
                <a:latin typeface="Algerian" panose="04020705040A02060702" pitchFamily="82" charset="0"/>
              </a:rPr>
              <a:t>, </a:t>
            </a:r>
            <a:r>
              <a:rPr lang="en-US" sz="4800" dirty="0" err="1">
                <a:solidFill>
                  <a:schemeClr val="tx1"/>
                </a:solidFill>
                <a:latin typeface="Algerian" panose="04020705040A02060702" pitchFamily="82" charset="0"/>
              </a:rPr>
              <a:t>kolhapur</a:t>
            </a:r>
            <a:endParaRPr sz="4800" dirty="0" smtClean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pPr marL="2599690" marR="2663825" algn="ctr">
              <a:lnSpc>
                <a:spcPct val="115599"/>
              </a:lnSpc>
              <a:spcBef>
                <a:spcPts val="275"/>
              </a:spcBef>
            </a:pPr>
            <a:r>
              <a:rPr sz="2650" b="1" spc="190" dirty="0" smtClean="0">
                <a:solidFill>
                  <a:srgbClr val="23374D"/>
                </a:solidFill>
                <a:latin typeface="Trebuchet MS"/>
                <a:cs typeface="Trebuchet MS"/>
              </a:rPr>
              <a:t>Department</a:t>
            </a:r>
            <a:r>
              <a:rPr sz="2650" b="1" spc="-225" dirty="0" smtClean="0">
                <a:solidFill>
                  <a:srgbClr val="23374D"/>
                </a:solidFill>
                <a:latin typeface="Trebuchet MS"/>
                <a:cs typeface="Trebuchet MS"/>
              </a:rPr>
              <a:t> </a:t>
            </a:r>
            <a:r>
              <a:rPr sz="2650" b="1" spc="85" dirty="0">
                <a:solidFill>
                  <a:srgbClr val="23374D"/>
                </a:solidFill>
                <a:latin typeface="Trebuchet MS"/>
                <a:cs typeface="Trebuchet MS"/>
              </a:rPr>
              <a:t>of</a:t>
            </a:r>
            <a:r>
              <a:rPr sz="2650" b="1" spc="-225" dirty="0">
                <a:solidFill>
                  <a:srgbClr val="23374D"/>
                </a:solidFill>
                <a:latin typeface="Trebuchet MS"/>
                <a:cs typeface="Trebuchet MS"/>
              </a:rPr>
              <a:t> </a:t>
            </a:r>
            <a:r>
              <a:rPr sz="2650" b="1" spc="220" dirty="0">
                <a:solidFill>
                  <a:srgbClr val="23374D"/>
                </a:solidFill>
                <a:latin typeface="Trebuchet MS"/>
                <a:cs typeface="Trebuchet MS"/>
              </a:rPr>
              <a:t>Computer</a:t>
            </a:r>
            <a:r>
              <a:rPr sz="2650" b="1" spc="-225" dirty="0">
                <a:solidFill>
                  <a:srgbClr val="23374D"/>
                </a:solidFill>
                <a:latin typeface="Trebuchet MS"/>
                <a:cs typeface="Trebuchet MS"/>
              </a:rPr>
              <a:t> </a:t>
            </a:r>
            <a:r>
              <a:rPr sz="2650" b="1" spc="170" dirty="0">
                <a:solidFill>
                  <a:srgbClr val="23374D"/>
                </a:solidFill>
                <a:latin typeface="Trebuchet MS"/>
                <a:cs typeface="Trebuchet MS"/>
              </a:rPr>
              <a:t>Science</a:t>
            </a:r>
            <a:r>
              <a:rPr sz="2650" b="1" spc="-225" dirty="0">
                <a:solidFill>
                  <a:srgbClr val="23374D"/>
                </a:solidFill>
                <a:latin typeface="Trebuchet MS"/>
                <a:cs typeface="Trebuchet MS"/>
              </a:rPr>
              <a:t> </a:t>
            </a:r>
            <a:r>
              <a:rPr sz="2650" b="1" spc="240" dirty="0">
                <a:solidFill>
                  <a:srgbClr val="23374D"/>
                </a:solidFill>
                <a:latin typeface="Trebuchet MS"/>
                <a:cs typeface="Trebuchet MS"/>
              </a:rPr>
              <a:t>&amp;</a:t>
            </a:r>
            <a:r>
              <a:rPr sz="2650" b="1" spc="-225" dirty="0">
                <a:solidFill>
                  <a:srgbClr val="23374D"/>
                </a:solidFill>
                <a:latin typeface="Trebuchet MS"/>
                <a:cs typeface="Trebuchet MS"/>
              </a:rPr>
              <a:t> </a:t>
            </a:r>
            <a:r>
              <a:rPr sz="2650" b="1" spc="145" dirty="0">
                <a:solidFill>
                  <a:srgbClr val="23374D"/>
                </a:solidFill>
                <a:latin typeface="Trebuchet MS"/>
                <a:cs typeface="Trebuchet MS"/>
              </a:rPr>
              <a:t>Engineering </a:t>
            </a:r>
            <a:r>
              <a:rPr sz="2650" b="1" spc="260" dirty="0">
                <a:solidFill>
                  <a:srgbClr val="23374D"/>
                </a:solidFill>
                <a:latin typeface="Trebuchet MS"/>
                <a:cs typeface="Trebuchet MS"/>
              </a:rPr>
              <a:t>Academic</a:t>
            </a:r>
            <a:r>
              <a:rPr sz="2650" b="1" spc="-225" dirty="0">
                <a:solidFill>
                  <a:srgbClr val="23374D"/>
                </a:solidFill>
                <a:latin typeface="Trebuchet MS"/>
                <a:cs typeface="Trebuchet MS"/>
              </a:rPr>
              <a:t> </a:t>
            </a:r>
            <a:r>
              <a:rPr sz="2650" b="1" spc="160" dirty="0">
                <a:solidFill>
                  <a:srgbClr val="23374D"/>
                </a:solidFill>
                <a:latin typeface="Trebuchet MS"/>
                <a:cs typeface="Trebuchet MS"/>
              </a:rPr>
              <a:t>Year</a:t>
            </a:r>
            <a:r>
              <a:rPr sz="2650" b="1" spc="-220" dirty="0">
                <a:solidFill>
                  <a:srgbClr val="23374D"/>
                </a:solidFill>
                <a:latin typeface="Trebuchet MS"/>
                <a:cs typeface="Trebuchet MS"/>
              </a:rPr>
              <a:t> </a:t>
            </a:r>
            <a:r>
              <a:rPr sz="2650" b="1" spc="170" dirty="0">
                <a:solidFill>
                  <a:srgbClr val="23374D"/>
                </a:solidFill>
                <a:latin typeface="Trebuchet MS"/>
                <a:cs typeface="Trebuchet MS"/>
              </a:rPr>
              <a:t>2025-</a:t>
            </a:r>
            <a:r>
              <a:rPr sz="2650" b="1" spc="25" dirty="0">
                <a:solidFill>
                  <a:srgbClr val="23374D"/>
                </a:solidFill>
                <a:latin typeface="Trebuchet MS"/>
                <a:cs typeface="Trebuchet MS"/>
              </a:rPr>
              <a:t>26</a:t>
            </a:r>
            <a:endParaRPr sz="265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5241" y="9218326"/>
            <a:ext cx="7235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165" dirty="0">
                <a:latin typeface="Trebuchet MS"/>
                <a:cs typeface="Trebuchet MS"/>
              </a:rPr>
              <a:t>Presented</a:t>
            </a:r>
            <a:r>
              <a:rPr sz="3400" b="1" spc="-265" dirty="0">
                <a:latin typeface="Trebuchet MS"/>
                <a:cs typeface="Trebuchet MS"/>
              </a:rPr>
              <a:t> </a:t>
            </a:r>
            <a:r>
              <a:rPr sz="3400" b="1" spc="315" dirty="0">
                <a:latin typeface="Trebuchet MS"/>
                <a:cs typeface="Trebuchet MS"/>
              </a:rPr>
              <a:t>by</a:t>
            </a:r>
            <a:r>
              <a:rPr sz="3400" b="1" spc="-70" dirty="0">
                <a:latin typeface="Trebuchet MS"/>
                <a:cs typeface="Trebuchet MS"/>
              </a:rPr>
              <a:t> </a:t>
            </a:r>
            <a:r>
              <a:rPr sz="3400" spc="-355" dirty="0">
                <a:latin typeface="Lucida Sans Unicode"/>
                <a:cs typeface="Lucida Sans Unicode"/>
              </a:rPr>
              <a:t>:</a:t>
            </a:r>
            <a:r>
              <a:rPr sz="3400" spc="-114" dirty="0">
                <a:latin typeface="Lucida Sans Unicode"/>
                <a:cs typeface="Lucida Sans Unicode"/>
              </a:rPr>
              <a:t> </a:t>
            </a:r>
            <a:r>
              <a:rPr sz="3400" spc="114" dirty="0">
                <a:latin typeface="Lucida Sans Unicode"/>
                <a:cs typeface="Lucida Sans Unicode"/>
              </a:rPr>
              <a:t>Snehal</a:t>
            </a:r>
            <a:r>
              <a:rPr sz="3400" spc="-12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Tanaji</a:t>
            </a:r>
            <a:r>
              <a:rPr sz="3400" spc="-114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Khot</a:t>
            </a:r>
            <a:endParaRPr sz="3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92306" y="9218326"/>
            <a:ext cx="25457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latin typeface="Trebuchet MS"/>
                <a:cs typeface="Trebuchet MS"/>
              </a:rPr>
              <a:t>Roll.No.</a:t>
            </a:r>
            <a:r>
              <a:rPr sz="3400" b="1" spc="-5" dirty="0">
                <a:latin typeface="Trebuchet MS"/>
                <a:cs typeface="Trebuchet MS"/>
              </a:rPr>
              <a:t> </a:t>
            </a:r>
            <a:r>
              <a:rPr sz="3400" spc="-355" dirty="0">
                <a:latin typeface="Lucida Sans Unicode"/>
                <a:cs typeface="Lucida Sans Unicode"/>
              </a:rPr>
              <a:t>:</a:t>
            </a:r>
            <a:r>
              <a:rPr sz="3400" spc="-50" dirty="0">
                <a:latin typeface="Lucida Sans Unicode"/>
                <a:cs typeface="Lucida Sans Unicode"/>
              </a:rPr>
              <a:t> </a:t>
            </a:r>
            <a:r>
              <a:rPr sz="3400" spc="-25" dirty="0">
                <a:latin typeface="Lucida Sans Unicode"/>
                <a:cs typeface="Lucida Sans Unicode"/>
              </a:rPr>
              <a:t>45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57348" y="354275"/>
            <a:ext cx="7706252" cy="1122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7200" dirty="0">
                <a:latin typeface="Algerian" panose="04020705040A02060702" pitchFamily="82" charset="0"/>
              </a:rPr>
              <a:t>Introduction</a:t>
            </a:r>
            <a:endParaRPr sz="7200" dirty="0">
              <a:latin typeface="Algerian" panose="04020705040A02060702" pitchFamily="82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474323" y="0"/>
            <a:ext cx="9810750" cy="3800475"/>
            <a:chOff x="8474323" y="0"/>
            <a:chExt cx="9810750" cy="3800475"/>
          </a:xfrm>
        </p:grpSpPr>
        <p:sp>
          <p:nvSpPr>
            <p:cNvPr id="4" name="object 4"/>
            <p:cNvSpPr/>
            <p:nvPr/>
          </p:nvSpPr>
          <p:spPr>
            <a:xfrm>
              <a:off x="8474323" y="0"/>
              <a:ext cx="9810750" cy="3800475"/>
            </a:xfrm>
            <a:custGeom>
              <a:avLst/>
              <a:gdLst/>
              <a:ahLst/>
              <a:cxnLst/>
              <a:rect l="l" t="t" r="r" b="b"/>
              <a:pathLst>
                <a:path w="9810750" h="3800475">
                  <a:moveTo>
                    <a:pt x="0" y="0"/>
                  </a:moveTo>
                  <a:lnTo>
                    <a:pt x="9810749" y="0"/>
                  </a:lnTo>
                  <a:lnTo>
                    <a:pt x="9810749" y="3800275"/>
                  </a:lnTo>
                  <a:lnTo>
                    <a:pt x="9781614" y="3771812"/>
                  </a:lnTo>
                  <a:lnTo>
                    <a:pt x="9749361" y="3724976"/>
                  </a:lnTo>
                  <a:lnTo>
                    <a:pt x="9716817" y="3678140"/>
                  </a:lnTo>
                  <a:lnTo>
                    <a:pt x="9683985" y="3646916"/>
                  </a:lnTo>
                  <a:lnTo>
                    <a:pt x="9650863" y="3600080"/>
                  </a:lnTo>
                  <a:lnTo>
                    <a:pt x="9617455" y="3568856"/>
                  </a:lnTo>
                  <a:lnTo>
                    <a:pt x="9583760" y="3522020"/>
                  </a:lnTo>
                  <a:lnTo>
                    <a:pt x="9549780" y="3475184"/>
                  </a:lnTo>
                  <a:lnTo>
                    <a:pt x="9515515" y="3443960"/>
                  </a:lnTo>
                  <a:lnTo>
                    <a:pt x="9480968" y="3397124"/>
                  </a:lnTo>
                  <a:lnTo>
                    <a:pt x="9446139" y="3365900"/>
                  </a:lnTo>
                  <a:lnTo>
                    <a:pt x="9411029" y="3319064"/>
                  </a:lnTo>
                  <a:lnTo>
                    <a:pt x="9345434" y="3256617"/>
                  </a:lnTo>
                  <a:lnTo>
                    <a:pt x="9312289" y="3209781"/>
                  </a:lnTo>
                  <a:lnTo>
                    <a:pt x="9245316" y="3147333"/>
                  </a:lnTo>
                  <a:lnTo>
                    <a:pt x="9211490" y="3100497"/>
                  </a:lnTo>
                  <a:lnTo>
                    <a:pt x="9108674" y="3006825"/>
                  </a:lnTo>
                  <a:lnTo>
                    <a:pt x="9073963" y="2975601"/>
                  </a:lnTo>
                  <a:lnTo>
                    <a:pt x="9039033" y="2928765"/>
                  </a:lnTo>
                  <a:lnTo>
                    <a:pt x="8932959" y="2835093"/>
                  </a:lnTo>
                  <a:lnTo>
                    <a:pt x="8788584" y="2710198"/>
                  </a:lnTo>
                  <a:lnTo>
                    <a:pt x="8751976" y="2678974"/>
                  </a:lnTo>
                  <a:lnTo>
                    <a:pt x="8715165" y="2632138"/>
                  </a:lnTo>
                  <a:lnTo>
                    <a:pt x="8565933" y="2507242"/>
                  </a:lnTo>
                  <a:lnTo>
                    <a:pt x="8413594" y="2382346"/>
                  </a:lnTo>
                  <a:lnTo>
                    <a:pt x="8375037" y="2366734"/>
                  </a:lnTo>
                  <a:lnTo>
                    <a:pt x="8179495" y="2210615"/>
                  </a:lnTo>
                  <a:lnTo>
                    <a:pt x="8100024" y="2148167"/>
                  </a:lnTo>
                  <a:lnTo>
                    <a:pt x="8060026" y="2132555"/>
                  </a:lnTo>
                  <a:lnTo>
                    <a:pt x="7898326" y="2007659"/>
                  </a:lnTo>
                  <a:lnTo>
                    <a:pt x="7857482" y="1992047"/>
                  </a:lnTo>
                  <a:lnTo>
                    <a:pt x="7733970" y="1898375"/>
                  </a:lnTo>
                  <a:lnTo>
                    <a:pt x="7692479" y="1882763"/>
                  </a:lnTo>
                  <a:lnTo>
                    <a:pt x="7609025" y="1820315"/>
                  </a:lnTo>
                  <a:lnTo>
                    <a:pt x="7567065" y="1804703"/>
                  </a:lnTo>
                  <a:lnTo>
                    <a:pt x="7482690" y="1742256"/>
                  </a:lnTo>
                  <a:lnTo>
                    <a:pt x="7440278" y="1726644"/>
                  </a:lnTo>
                  <a:lnTo>
                    <a:pt x="7355011" y="1664196"/>
                  </a:lnTo>
                  <a:lnTo>
                    <a:pt x="7312161" y="1648584"/>
                  </a:lnTo>
                  <a:lnTo>
                    <a:pt x="7269167" y="1617360"/>
                  </a:lnTo>
                  <a:lnTo>
                    <a:pt x="7226032" y="1601748"/>
                  </a:lnTo>
                  <a:lnTo>
                    <a:pt x="7182758" y="1570524"/>
                  </a:lnTo>
                  <a:lnTo>
                    <a:pt x="7139347" y="1554912"/>
                  </a:lnTo>
                  <a:lnTo>
                    <a:pt x="7095799" y="1523688"/>
                  </a:lnTo>
                  <a:lnTo>
                    <a:pt x="7052116" y="1508076"/>
                  </a:lnTo>
                  <a:lnTo>
                    <a:pt x="7008301" y="1476852"/>
                  </a:lnTo>
                  <a:lnTo>
                    <a:pt x="6964355" y="1461240"/>
                  </a:lnTo>
                  <a:lnTo>
                    <a:pt x="6920279" y="1430016"/>
                  </a:lnTo>
                  <a:lnTo>
                    <a:pt x="6876075" y="1414404"/>
                  </a:lnTo>
                  <a:lnTo>
                    <a:pt x="6831745" y="1383180"/>
                  </a:lnTo>
                  <a:lnTo>
                    <a:pt x="6787290" y="1367568"/>
                  </a:lnTo>
                  <a:lnTo>
                    <a:pt x="6742713" y="1336344"/>
                  </a:lnTo>
                  <a:lnTo>
                    <a:pt x="6698014" y="1320732"/>
                  </a:lnTo>
                  <a:lnTo>
                    <a:pt x="6653196" y="1289508"/>
                  </a:lnTo>
                  <a:lnTo>
                    <a:pt x="6563208" y="1258284"/>
                  </a:lnTo>
                  <a:lnTo>
                    <a:pt x="6518041" y="1227061"/>
                  </a:lnTo>
                  <a:lnTo>
                    <a:pt x="6427370" y="1195837"/>
                  </a:lnTo>
                  <a:lnTo>
                    <a:pt x="6381869" y="1164613"/>
                  </a:lnTo>
                  <a:lnTo>
                    <a:pt x="6290546" y="1133389"/>
                  </a:lnTo>
                  <a:lnTo>
                    <a:pt x="6244726" y="1102165"/>
                  </a:lnTo>
                  <a:lnTo>
                    <a:pt x="6106655" y="1055329"/>
                  </a:lnTo>
                  <a:lnTo>
                    <a:pt x="6060434" y="1024105"/>
                  </a:lnTo>
                  <a:lnTo>
                    <a:pt x="5921197" y="977269"/>
                  </a:lnTo>
                  <a:lnTo>
                    <a:pt x="5874599" y="946045"/>
                  </a:lnTo>
                  <a:lnTo>
                    <a:pt x="5593189" y="852373"/>
                  </a:lnTo>
                  <a:lnTo>
                    <a:pt x="5545998" y="821149"/>
                  </a:lnTo>
                  <a:lnTo>
                    <a:pt x="4733151" y="555746"/>
                  </a:lnTo>
                  <a:lnTo>
                    <a:pt x="4684807" y="555746"/>
                  </a:lnTo>
                  <a:lnTo>
                    <a:pt x="4393787" y="462074"/>
                  </a:lnTo>
                  <a:lnTo>
                    <a:pt x="4345140" y="462074"/>
                  </a:lnTo>
                  <a:lnTo>
                    <a:pt x="4150199" y="399626"/>
                  </a:lnTo>
                  <a:lnTo>
                    <a:pt x="4101385" y="399626"/>
                  </a:lnTo>
                  <a:lnTo>
                    <a:pt x="4003672" y="368402"/>
                  </a:lnTo>
                  <a:lnTo>
                    <a:pt x="3954777" y="368402"/>
                  </a:lnTo>
                  <a:lnTo>
                    <a:pt x="3807958" y="321566"/>
                  </a:lnTo>
                  <a:lnTo>
                    <a:pt x="3758980" y="321566"/>
                  </a:lnTo>
                  <a:lnTo>
                    <a:pt x="3660973" y="290342"/>
                  </a:lnTo>
                  <a:lnTo>
                    <a:pt x="3611949" y="290342"/>
                  </a:lnTo>
                  <a:lnTo>
                    <a:pt x="3562912" y="274730"/>
                  </a:lnTo>
                  <a:lnTo>
                    <a:pt x="3513866" y="274730"/>
                  </a:lnTo>
                  <a:lnTo>
                    <a:pt x="3415749" y="243506"/>
                  </a:lnTo>
                  <a:lnTo>
                    <a:pt x="3366681" y="243506"/>
                  </a:lnTo>
                  <a:lnTo>
                    <a:pt x="3317611" y="227894"/>
                  </a:lnTo>
                  <a:lnTo>
                    <a:pt x="3268538" y="227894"/>
                  </a:lnTo>
                  <a:lnTo>
                    <a:pt x="3218716" y="212282"/>
                  </a:lnTo>
                  <a:lnTo>
                    <a:pt x="3168876" y="212282"/>
                  </a:lnTo>
                  <a:lnTo>
                    <a:pt x="3119028" y="196671"/>
                  </a:lnTo>
                  <a:lnTo>
                    <a:pt x="3069179" y="196671"/>
                  </a:lnTo>
                  <a:lnTo>
                    <a:pt x="3019340" y="181059"/>
                  </a:lnTo>
                  <a:lnTo>
                    <a:pt x="2969517" y="181059"/>
                  </a:lnTo>
                  <a:lnTo>
                    <a:pt x="2866149" y="149835"/>
                  </a:lnTo>
                  <a:lnTo>
                    <a:pt x="2762782" y="149835"/>
                  </a:lnTo>
                  <a:lnTo>
                    <a:pt x="2711099" y="134223"/>
                  </a:lnTo>
                  <a:lnTo>
                    <a:pt x="2659418" y="134223"/>
                  </a:lnTo>
                  <a:lnTo>
                    <a:pt x="2607738" y="118611"/>
                  </a:lnTo>
                  <a:lnTo>
                    <a:pt x="2556059" y="118611"/>
                  </a:lnTo>
                  <a:lnTo>
                    <a:pt x="2504382" y="102999"/>
                  </a:lnTo>
                  <a:lnTo>
                    <a:pt x="2401033" y="102999"/>
                  </a:lnTo>
                  <a:lnTo>
                    <a:pt x="2349362" y="87387"/>
                  </a:lnTo>
                  <a:lnTo>
                    <a:pt x="2194364" y="87387"/>
                  </a:lnTo>
                  <a:lnTo>
                    <a:pt x="2142704" y="71775"/>
                  </a:lnTo>
                  <a:lnTo>
                    <a:pt x="1987744" y="71775"/>
                  </a:lnTo>
                  <a:lnTo>
                    <a:pt x="1936098" y="56163"/>
                  </a:lnTo>
                  <a:lnTo>
                    <a:pt x="1678180" y="56163"/>
                  </a:lnTo>
                  <a:lnTo>
                    <a:pt x="1626615" y="40551"/>
                  </a:lnTo>
                  <a:lnTo>
                    <a:pt x="0" y="40551"/>
                  </a:lnTo>
                  <a:lnTo>
                    <a:pt x="0" y="0"/>
                  </a:lnTo>
                  <a:close/>
                </a:path>
                <a:path w="9810750" h="3800475">
                  <a:moveTo>
                    <a:pt x="0" y="40551"/>
                  </a:moveTo>
                  <a:lnTo>
                    <a:pt x="750450" y="40551"/>
                  </a:lnTo>
                  <a:lnTo>
                    <a:pt x="699165" y="56163"/>
                  </a:lnTo>
                  <a:lnTo>
                    <a:pt x="391452" y="56163"/>
                  </a:lnTo>
                  <a:lnTo>
                    <a:pt x="340167" y="71775"/>
                  </a:lnTo>
                  <a:lnTo>
                    <a:pt x="135025" y="71775"/>
                  </a:lnTo>
                  <a:lnTo>
                    <a:pt x="83740" y="87387"/>
                  </a:lnTo>
                  <a:lnTo>
                    <a:pt x="0" y="87387"/>
                  </a:lnTo>
                  <a:lnTo>
                    <a:pt x="0" y="40551"/>
                  </a:lnTo>
                  <a:close/>
                </a:path>
              </a:pathLst>
            </a:custGeom>
            <a:solidFill>
              <a:srgbClr val="1A38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74323" y="0"/>
              <a:ext cx="9810750" cy="1357630"/>
            </a:xfrm>
            <a:custGeom>
              <a:avLst/>
              <a:gdLst/>
              <a:ahLst/>
              <a:cxnLst/>
              <a:rect l="l" t="t" r="r" b="b"/>
              <a:pathLst>
                <a:path w="9810750" h="1357630">
                  <a:moveTo>
                    <a:pt x="0" y="0"/>
                  </a:moveTo>
                  <a:lnTo>
                    <a:pt x="9810749" y="0"/>
                  </a:lnTo>
                  <a:lnTo>
                    <a:pt x="9810749" y="1357106"/>
                  </a:lnTo>
                  <a:lnTo>
                    <a:pt x="9578532" y="1279985"/>
                  </a:lnTo>
                  <a:lnTo>
                    <a:pt x="9531353" y="1248761"/>
                  </a:lnTo>
                  <a:lnTo>
                    <a:pt x="9151949" y="1123866"/>
                  </a:lnTo>
                  <a:lnTo>
                    <a:pt x="9104284" y="1092642"/>
                  </a:lnTo>
                  <a:lnTo>
                    <a:pt x="8431761" y="874074"/>
                  </a:lnTo>
                  <a:lnTo>
                    <a:pt x="8383369" y="874074"/>
                  </a:lnTo>
                  <a:lnTo>
                    <a:pt x="7994660" y="749178"/>
                  </a:lnTo>
                  <a:lnTo>
                    <a:pt x="7945881" y="749178"/>
                  </a:lnTo>
                  <a:lnTo>
                    <a:pt x="7701386" y="671119"/>
                  </a:lnTo>
                  <a:lnTo>
                    <a:pt x="7652370" y="671119"/>
                  </a:lnTo>
                  <a:lnTo>
                    <a:pt x="7505096" y="624283"/>
                  </a:lnTo>
                  <a:lnTo>
                    <a:pt x="7455930" y="624283"/>
                  </a:lnTo>
                  <a:lnTo>
                    <a:pt x="7308219" y="577447"/>
                  </a:lnTo>
                  <a:lnTo>
                    <a:pt x="7258912" y="577447"/>
                  </a:lnTo>
                  <a:lnTo>
                    <a:pt x="7110787" y="530611"/>
                  </a:lnTo>
                  <a:lnTo>
                    <a:pt x="7061345" y="530611"/>
                  </a:lnTo>
                  <a:lnTo>
                    <a:pt x="6962364" y="499387"/>
                  </a:lnTo>
                  <a:lnTo>
                    <a:pt x="6912827" y="499387"/>
                  </a:lnTo>
                  <a:lnTo>
                    <a:pt x="6813658" y="468163"/>
                  </a:lnTo>
                  <a:lnTo>
                    <a:pt x="6764028" y="468163"/>
                  </a:lnTo>
                  <a:lnTo>
                    <a:pt x="6714369" y="452551"/>
                  </a:lnTo>
                  <a:lnTo>
                    <a:pt x="6664680" y="452551"/>
                  </a:lnTo>
                  <a:lnTo>
                    <a:pt x="6565216" y="421327"/>
                  </a:lnTo>
                  <a:lnTo>
                    <a:pt x="6515442" y="421327"/>
                  </a:lnTo>
                  <a:lnTo>
                    <a:pt x="6465640" y="405715"/>
                  </a:lnTo>
                  <a:lnTo>
                    <a:pt x="6415811" y="405715"/>
                  </a:lnTo>
                  <a:lnTo>
                    <a:pt x="6316075" y="374491"/>
                  </a:lnTo>
                  <a:lnTo>
                    <a:pt x="6266168" y="374491"/>
                  </a:lnTo>
                  <a:lnTo>
                    <a:pt x="6216236" y="358879"/>
                  </a:lnTo>
                  <a:lnTo>
                    <a:pt x="6166279" y="358879"/>
                  </a:lnTo>
                  <a:lnTo>
                    <a:pt x="6116298" y="343267"/>
                  </a:lnTo>
                  <a:lnTo>
                    <a:pt x="6066293" y="343267"/>
                  </a:lnTo>
                  <a:lnTo>
                    <a:pt x="6016264" y="327655"/>
                  </a:lnTo>
                  <a:lnTo>
                    <a:pt x="5966213" y="327655"/>
                  </a:lnTo>
                  <a:lnTo>
                    <a:pt x="5916139" y="312043"/>
                  </a:lnTo>
                  <a:lnTo>
                    <a:pt x="5866043" y="312043"/>
                  </a:lnTo>
                  <a:lnTo>
                    <a:pt x="5815926" y="296431"/>
                  </a:lnTo>
                  <a:lnTo>
                    <a:pt x="5765787" y="296431"/>
                  </a:lnTo>
                  <a:lnTo>
                    <a:pt x="5715628" y="280819"/>
                  </a:lnTo>
                  <a:lnTo>
                    <a:pt x="5665449" y="280819"/>
                  </a:lnTo>
                  <a:lnTo>
                    <a:pt x="5615250" y="265207"/>
                  </a:lnTo>
                  <a:lnTo>
                    <a:pt x="5565032" y="265207"/>
                  </a:lnTo>
                  <a:lnTo>
                    <a:pt x="5514795" y="249595"/>
                  </a:lnTo>
                  <a:lnTo>
                    <a:pt x="5464539" y="249595"/>
                  </a:lnTo>
                  <a:lnTo>
                    <a:pt x="5414266" y="233983"/>
                  </a:lnTo>
                  <a:lnTo>
                    <a:pt x="5313667" y="233983"/>
                  </a:lnTo>
                  <a:lnTo>
                    <a:pt x="5263343" y="218371"/>
                  </a:lnTo>
                  <a:lnTo>
                    <a:pt x="5213002" y="218371"/>
                  </a:lnTo>
                  <a:lnTo>
                    <a:pt x="5162646" y="202759"/>
                  </a:lnTo>
                  <a:lnTo>
                    <a:pt x="5061889" y="202759"/>
                  </a:lnTo>
                  <a:lnTo>
                    <a:pt x="5011489" y="187148"/>
                  </a:lnTo>
                  <a:lnTo>
                    <a:pt x="4910648" y="187148"/>
                  </a:lnTo>
                  <a:lnTo>
                    <a:pt x="4860208" y="171536"/>
                  </a:lnTo>
                  <a:lnTo>
                    <a:pt x="4759291" y="171536"/>
                  </a:lnTo>
                  <a:lnTo>
                    <a:pt x="4708815" y="155924"/>
                  </a:lnTo>
                  <a:lnTo>
                    <a:pt x="4607830" y="155924"/>
                  </a:lnTo>
                  <a:lnTo>
                    <a:pt x="4557322" y="140312"/>
                  </a:lnTo>
                  <a:lnTo>
                    <a:pt x="4456277" y="140312"/>
                  </a:lnTo>
                  <a:lnTo>
                    <a:pt x="4405742" y="124700"/>
                  </a:lnTo>
                  <a:lnTo>
                    <a:pt x="4254087" y="124700"/>
                  </a:lnTo>
                  <a:lnTo>
                    <a:pt x="4203521" y="109088"/>
                  </a:lnTo>
                  <a:lnTo>
                    <a:pt x="4051785" y="109088"/>
                  </a:lnTo>
                  <a:lnTo>
                    <a:pt x="4001195" y="93476"/>
                  </a:lnTo>
                  <a:lnTo>
                    <a:pt x="3849401" y="93476"/>
                  </a:lnTo>
                  <a:lnTo>
                    <a:pt x="3798796" y="77864"/>
                  </a:lnTo>
                  <a:lnTo>
                    <a:pt x="3545735" y="77864"/>
                  </a:lnTo>
                  <a:lnTo>
                    <a:pt x="3495119" y="62252"/>
                  </a:lnTo>
                  <a:lnTo>
                    <a:pt x="3191439" y="62252"/>
                  </a:lnTo>
                  <a:lnTo>
                    <a:pt x="3140832" y="46640"/>
                  </a:lnTo>
                  <a:lnTo>
                    <a:pt x="0" y="46640"/>
                  </a:lnTo>
                  <a:lnTo>
                    <a:pt x="0" y="0"/>
                  </a:lnTo>
                  <a:close/>
                </a:path>
                <a:path w="9810750" h="1357630">
                  <a:moveTo>
                    <a:pt x="0" y="46640"/>
                  </a:moveTo>
                  <a:lnTo>
                    <a:pt x="596751" y="46640"/>
                  </a:lnTo>
                  <a:lnTo>
                    <a:pt x="545466" y="62252"/>
                  </a:lnTo>
                  <a:lnTo>
                    <a:pt x="289039" y="62252"/>
                  </a:lnTo>
                  <a:lnTo>
                    <a:pt x="237753" y="77864"/>
                  </a:lnTo>
                  <a:lnTo>
                    <a:pt x="32611" y="77864"/>
                  </a:lnTo>
                  <a:lnTo>
                    <a:pt x="0" y="87791"/>
                  </a:lnTo>
                  <a:lnTo>
                    <a:pt x="0" y="46640"/>
                  </a:lnTo>
                  <a:close/>
                </a:path>
                <a:path w="9810750" h="1357630">
                  <a:moveTo>
                    <a:pt x="1781471" y="46640"/>
                  </a:moveTo>
                  <a:lnTo>
                    <a:pt x="2334920" y="46640"/>
                  </a:lnTo>
                  <a:lnTo>
                    <a:pt x="2133724" y="62252"/>
                  </a:lnTo>
                  <a:lnTo>
                    <a:pt x="1833041" y="62252"/>
                  </a:lnTo>
                  <a:lnTo>
                    <a:pt x="1781471" y="46640"/>
                  </a:lnTo>
                  <a:close/>
                </a:path>
              </a:pathLst>
            </a:custGeom>
            <a:solidFill>
              <a:srgbClr val="2D46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10579" y="40708"/>
              <a:ext cx="7874634" cy="3759835"/>
            </a:xfrm>
            <a:custGeom>
              <a:avLst/>
              <a:gdLst/>
              <a:ahLst/>
              <a:cxnLst/>
              <a:rect l="l" t="t" r="r" b="b"/>
              <a:pathLst>
                <a:path w="7874634" h="3759835">
                  <a:moveTo>
                    <a:pt x="2797053" y="515195"/>
                  </a:moveTo>
                  <a:lnTo>
                    <a:pt x="5223644" y="515195"/>
                  </a:lnTo>
                  <a:lnTo>
                    <a:pt x="5322383" y="546418"/>
                  </a:lnTo>
                  <a:lnTo>
                    <a:pt x="5371701" y="546418"/>
                  </a:lnTo>
                  <a:lnTo>
                    <a:pt x="5519446" y="593254"/>
                  </a:lnTo>
                  <a:lnTo>
                    <a:pt x="5568623" y="593254"/>
                  </a:lnTo>
                  <a:lnTo>
                    <a:pt x="5715931" y="640090"/>
                  </a:lnTo>
                  <a:lnTo>
                    <a:pt x="5764959" y="640090"/>
                  </a:lnTo>
                  <a:lnTo>
                    <a:pt x="5960680" y="702538"/>
                  </a:lnTo>
                  <a:lnTo>
                    <a:pt x="6009510" y="702538"/>
                  </a:lnTo>
                  <a:lnTo>
                    <a:pt x="6301621" y="796210"/>
                  </a:lnTo>
                  <a:lnTo>
                    <a:pt x="6350156" y="796210"/>
                  </a:lnTo>
                  <a:lnTo>
                    <a:pt x="7453364" y="1155285"/>
                  </a:lnTo>
                  <a:lnTo>
                    <a:pt x="7500713" y="1186509"/>
                  </a:lnTo>
                  <a:lnTo>
                    <a:pt x="7783630" y="1280181"/>
                  </a:lnTo>
                  <a:lnTo>
                    <a:pt x="7830583" y="1311405"/>
                  </a:lnTo>
                  <a:lnTo>
                    <a:pt x="7874493" y="1326024"/>
                  </a:lnTo>
                  <a:lnTo>
                    <a:pt x="7874493" y="3759570"/>
                  </a:lnTo>
                  <a:lnTo>
                    <a:pt x="7845516" y="3731260"/>
                  </a:lnTo>
                  <a:lnTo>
                    <a:pt x="7813263" y="3684424"/>
                  </a:lnTo>
                  <a:lnTo>
                    <a:pt x="7780719" y="3637588"/>
                  </a:lnTo>
                  <a:lnTo>
                    <a:pt x="7747887" y="3606365"/>
                  </a:lnTo>
                  <a:lnTo>
                    <a:pt x="7714765" y="3559529"/>
                  </a:lnTo>
                  <a:lnTo>
                    <a:pt x="7681357" y="3528305"/>
                  </a:lnTo>
                  <a:lnTo>
                    <a:pt x="7647662" y="3481469"/>
                  </a:lnTo>
                  <a:lnTo>
                    <a:pt x="7613682" y="3434633"/>
                  </a:lnTo>
                  <a:lnTo>
                    <a:pt x="7579417" y="3403409"/>
                  </a:lnTo>
                  <a:lnTo>
                    <a:pt x="7544870" y="3356573"/>
                  </a:lnTo>
                  <a:lnTo>
                    <a:pt x="7510041" y="3325349"/>
                  </a:lnTo>
                  <a:lnTo>
                    <a:pt x="7474931" y="3278513"/>
                  </a:lnTo>
                  <a:lnTo>
                    <a:pt x="7409336" y="3216065"/>
                  </a:lnTo>
                  <a:lnTo>
                    <a:pt x="7376191" y="3169229"/>
                  </a:lnTo>
                  <a:lnTo>
                    <a:pt x="7309218" y="3106781"/>
                  </a:lnTo>
                  <a:lnTo>
                    <a:pt x="7275392" y="3059946"/>
                  </a:lnTo>
                  <a:lnTo>
                    <a:pt x="7172576" y="2966274"/>
                  </a:lnTo>
                  <a:lnTo>
                    <a:pt x="7137865" y="2935050"/>
                  </a:lnTo>
                  <a:lnTo>
                    <a:pt x="7102935" y="2888214"/>
                  </a:lnTo>
                  <a:lnTo>
                    <a:pt x="6996861" y="2794542"/>
                  </a:lnTo>
                  <a:lnTo>
                    <a:pt x="6852486" y="2669646"/>
                  </a:lnTo>
                  <a:lnTo>
                    <a:pt x="6815878" y="2638422"/>
                  </a:lnTo>
                  <a:lnTo>
                    <a:pt x="6779067" y="2591586"/>
                  </a:lnTo>
                  <a:lnTo>
                    <a:pt x="6629835" y="2466691"/>
                  </a:lnTo>
                  <a:lnTo>
                    <a:pt x="6477496" y="2341795"/>
                  </a:lnTo>
                  <a:lnTo>
                    <a:pt x="6438939" y="2326183"/>
                  </a:lnTo>
                  <a:lnTo>
                    <a:pt x="6243397" y="2170063"/>
                  </a:lnTo>
                  <a:lnTo>
                    <a:pt x="6163926" y="2107615"/>
                  </a:lnTo>
                  <a:lnTo>
                    <a:pt x="6123928" y="2092003"/>
                  </a:lnTo>
                  <a:lnTo>
                    <a:pt x="5962228" y="1967108"/>
                  </a:lnTo>
                  <a:lnTo>
                    <a:pt x="5921384" y="1951496"/>
                  </a:lnTo>
                  <a:lnTo>
                    <a:pt x="5797872" y="1857824"/>
                  </a:lnTo>
                  <a:lnTo>
                    <a:pt x="5756381" y="1842212"/>
                  </a:lnTo>
                  <a:lnTo>
                    <a:pt x="5672927" y="1779764"/>
                  </a:lnTo>
                  <a:lnTo>
                    <a:pt x="5630967" y="1764152"/>
                  </a:lnTo>
                  <a:lnTo>
                    <a:pt x="5546592" y="1701704"/>
                  </a:lnTo>
                  <a:lnTo>
                    <a:pt x="5504180" y="1686092"/>
                  </a:lnTo>
                  <a:lnTo>
                    <a:pt x="5418913" y="1623644"/>
                  </a:lnTo>
                  <a:lnTo>
                    <a:pt x="5376062" y="1608032"/>
                  </a:lnTo>
                  <a:lnTo>
                    <a:pt x="5333069" y="1576808"/>
                  </a:lnTo>
                  <a:lnTo>
                    <a:pt x="5289934" y="1561196"/>
                  </a:lnTo>
                  <a:lnTo>
                    <a:pt x="5246660" y="1529973"/>
                  </a:lnTo>
                  <a:lnTo>
                    <a:pt x="5203249" y="1514361"/>
                  </a:lnTo>
                  <a:lnTo>
                    <a:pt x="5159701" y="1483137"/>
                  </a:lnTo>
                  <a:lnTo>
                    <a:pt x="5116018" y="1467525"/>
                  </a:lnTo>
                  <a:lnTo>
                    <a:pt x="5072203" y="1436301"/>
                  </a:lnTo>
                  <a:lnTo>
                    <a:pt x="5028257" y="1420689"/>
                  </a:lnTo>
                  <a:lnTo>
                    <a:pt x="4984181" y="1389465"/>
                  </a:lnTo>
                  <a:lnTo>
                    <a:pt x="4939977" y="1373853"/>
                  </a:lnTo>
                  <a:lnTo>
                    <a:pt x="4895647" y="1342629"/>
                  </a:lnTo>
                  <a:lnTo>
                    <a:pt x="4851192" y="1327017"/>
                  </a:lnTo>
                  <a:lnTo>
                    <a:pt x="4806615" y="1295793"/>
                  </a:lnTo>
                  <a:lnTo>
                    <a:pt x="4761916" y="1280181"/>
                  </a:lnTo>
                  <a:lnTo>
                    <a:pt x="4717098" y="1248957"/>
                  </a:lnTo>
                  <a:lnTo>
                    <a:pt x="4627110" y="1217733"/>
                  </a:lnTo>
                  <a:lnTo>
                    <a:pt x="4581943" y="1186509"/>
                  </a:lnTo>
                  <a:lnTo>
                    <a:pt x="4491272" y="1155285"/>
                  </a:lnTo>
                  <a:lnTo>
                    <a:pt x="4445771" y="1124061"/>
                  </a:lnTo>
                  <a:lnTo>
                    <a:pt x="4354447" y="1092837"/>
                  </a:lnTo>
                  <a:lnTo>
                    <a:pt x="4308628" y="1061613"/>
                  </a:lnTo>
                  <a:lnTo>
                    <a:pt x="4170557" y="1014778"/>
                  </a:lnTo>
                  <a:lnTo>
                    <a:pt x="4124336" y="983554"/>
                  </a:lnTo>
                  <a:lnTo>
                    <a:pt x="3985099" y="936718"/>
                  </a:lnTo>
                  <a:lnTo>
                    <a:pt x="3938501" y="905494"/>
                  </a:lnTo>
                  <a:lnTo>
                    <a:pt x="3657091" y="811822"/>
                  </a:lnTo>
                  <a:lnTo>
                    <a:pt x="3609900" y="780598"/>
                  </a:lnTo>
                  <a:lnTo>
                    <a:pt x="2797053" y="515195"/>
                  </a:lnTo>
                  <a:close/>
                </a:path>
                <a:path w="7874634" h="3759835">
                  <a:moveTo>
                    <a:pt x="2457689" y="421523"/>
                  </a:moveTo>
                  <a:lnTo>
                    <a:pt x="4777725" y="421523"/>
                  </a:lnTo>
                  <a:lnTo>
                    <a:pt x="4877034" y="452747"/>
                  </a:lnTo>
                  <a:lnTo>
                    <a:pt x="4926643" y="452747"/>
                  </a:lnTo>
                  <a:lnTo>
                    <a:pt x="5025771" y="483971"/>
                  </a:lnTo>
                  <a:lnTo>
                    <a:pt x="5075287" y="483971"/>
                  </a:lnTo>
                  <a:lnTo>
                    <a:pt x="5174225" y="515195"/>
                  </a:lnTo>
                  <a:lnTo>
                    <a:pt x="2748709" y="515195"/>
                  </a:lnTo>
                  <a:lnTo>
                    <a:pt x="2457689" y="421523"/>
                  </a:lnTo>
                  <a:close/>
                </a:path>
                <a:path w="7874634" h="3759835">
                  <a:moveTo>
                    <a:pt x="2214101" y="359075"/>
                  </a:moveTo>
                  <a:lnTo>
                    <a:pt x="4429251" y="359075"/>
                  </a:lnTo>
                  <a:lnTo>
                    <a:pt x="4479114" y="374687"/>
                  </a:lnTo>
                  <a:lnTo>
                    <a:pt x="4528951" y="374687"/>
                  </a:lnTo>
                  <a:lnTo>
                    <a:pt x="4628544" y="405911"/>
                  </a:lnTo>
                  <a:lnTo>
                    <a:pt x="4678299" y="405911"/>
                  </a:lnTo>
                  <a:lnTo>
                    <a:pt x="4728026" y="421523"/>
                  </a:lnTo>
                  <a:lnTo>
                    <a:pt x="2409042" y="421523"/>
                  </a:lnTo>
                  <a:lnTo>
                    <a:pt x="2214101" y="359075"/>
                  </a:lnTo>
                  <a:close/>
                </a:path>
                <a:path w="7874634" h="3759835">
                  <a:moveTo>
                    <a:pt x="2067574" y="327851"/>
                  </a:moveTo>
                  <a:lnTo>
                    <a:pt x="4229544" y="327851"/>
                  </a:lnTo>
                  <a:lnTo>
                    <a:pt x="4279508" y="343463"/>
                  </a:lnTo>
                  <a:lnTo>
                    <a:pt x="4329447" y="343463"/>
                  </a:lnTo>
                  <a:lnTo>
                    <a:pt x="4379362" y="359075"/>
                  </a:lnTo>
                  <a:lnTo>
                    <a:pt x="2165287" y="359075"/>
                  </a:lnTo>
                  <a:lnTo>
                    <a:pt x="2067574" y="327851"/>
                  </a:lnTo>
                  <a:close/>
                </a:path>
                <a:path w="7874634" h="3759835">
                  <a:moveTo>
                    <a:pt x="1871860" y="281015"/>
                  </a:moveTo>
                  <a:lnTo>
                    <a:pt x="3929275" y="281015"/>
                  </a:lnTo>
                  <a:lnTo>
                    <a:pt x="3979375" y="296627"/>
                  </a:lnTo>
                  <a:lnTo>
                    <a:pt x="4029454" y="296627"/>
                  </a:lnTo>
                  <a:lnTo>
                    <a:pt x="4079511" y="312239"/>
                  </a:lnTo>
                  <a:lnTo>
                    <a:pt x="4129545" y="312239"/>
                  </a:lnTo>
                  <a:lnTo>
                    <a:pt x="4179556" y="327851"/>
                  </a:lnTo>
                  <a:lnTo>
                    <a:pt x="2018679" y="327851"/>
                  </a:lnTo>
                  <a:lnTo>
                    <a:pt x="1871860" y="281015"/>
                  </a:lnTo>
                  <a:close/>
                </a:path>
                <a:path w="7874634" h="3759835">
                  <a:moveTo>
                    <a:pt x="1724875" y="249791"/>
                  </a:moveTo>
                  <a:lnTo>
                    <a:pt x="3728665" y="249791"/>
                  </a:lnTo>
                  <a:lnTo>
                    <a:pt x="3778848" y="265403"/>
                  </a:lnTo>
                  <a:lnTo>
                    <a:pt x="3829010" y="265403"/>
                  </a:lnTo>
                  <a:lnTo>
                    <a:pt x="3879153" y="281015"/>
                  </a:lnTo>
                  <a:lnTo>
                    <a:pt x="1822882" y="281015"/>
                  </a:lnTo>
                  <a:lnTo>
                    <a:pt x="1724875" y="249791"/>
                  </a:lnTo>
                  <a:close/>
                </a:path>
                <a:path w="7874634" h="3759835">
                  <a:moveTo>
                    <a:pt x="1626814" y="234179"/>
                  </a:moveTo>
                  <a:lnTo>
                    <a:pt x="3628243" y="234179"/>
                  </a:lnTo>
                  <a:lnTo>
                    <a:pt x="3678464" y="249791"/>
                  </a:lnTo>
                  <a:lnTo>
                    <a:pt x="1675851" y="249791"/>
                  </a:lnTo>
                  <a:lnTo>
                    <a:pt x="1626814" y="234179"/>
                  </a:lnTo>
                  <a:close/>
                </a:path>
                <a:path w="7874634" h="3759835">
                  <a:moveTo>
                    <a:pt x="1479651" y="202955"/>
                  </a:moveTo>
                  <a:lnTo>
                    <a:pt x="3376874" y="202955"/>
                  </a:lnTo>
                  <a:lnTo>
                    <a:pt x="3427182" y="218567"/>
                  </a:lnTo>
                  <a:lnTo>
                    <a:pt x="3527747" y="218567"/>
                  </a:lnTo>
                  <a:lnTo>
                    <a:pt x="3578004" y="234179"/>
                  </a:lnTo>
                  <a:lnTo>
                    <a:pt x="1577768" y="234179"/>
                  </a:lnTo>
                  <a:lnTo>
                    <a:pt x="1479651" y="202955"/>
                  </a:lnTo>
                  <a:close/>
                </a:path>
                <a:path w="7874634" h="3759835">
                  <a:moveTo>
                    <a:pt x="1381513" y="187343"/>
                  </a:moveTo>
                  <a:lnTo>
                    <a:pt x="3276211" y="187343"/>
                  </a:lnTo>
                  <a:lnTo>
                    <a:pt x="3326550" y="202955"/>
                  </a:lnTo>
                  <a:lnTo>
                    <a:pt x="1430584" y="202955"/>
                  </a:lnTo>
                  <a:lnTo>
                    <a:pt x="1381513" y="187343"/>
                  </a:lnTo>
                  <a:close/>
                </a:path>
                <a:path w="7874634" h="3759835">
                  <a:moveTo>
                    <a:pt x="1282618" y="171731"/>
                  </a:moveTo>
                  <a:lnTo>
                    <a:pt x="3125104" y="171731"/>
                  </a:lnTo>
                  <a:lnTo>
                    <a:pt x="3175488" y="187343"/>
                  </a:lnTo>
                  <a:lnTo>
                    <a:pt x="1332440" y="187343"/>
                  </a:lnTo>
                  <a:lnTo>
                    <a:pt x="1282618" y="171731"/>
                  </a:lnTo>
                  <a:close/>
                </a:path>
                <a:path w="7874634" h="3759835">
                  <a:moveTo>
                    <a:pt x="1182930" y="156119"/>
                  </a:moveTo>
                  <a:lnTo>
                    <a:pt x="3024298" y="156119"/>
                  </a:lnTo>
                  <a:lnTo>
                    <a:pt x="3074708" y="171731"/>
                  </a:lnTo>
                  <a:lnTo>
                    <a:pt x="1232778" y="171731"/>
                  </a:lnTo>
                  <a:lnTo>
                    <a:pt x="1182930" y="156119"/>
                  </a:lnTo>
                  <a:close/>
                </a:path>
                <a:path w="7874634" h="3759835">
                  <a:moveTo>
                    <a:pt x="1033419" y="124895"/>
                  </a:moveTo>
                  <a:lnTo>
                    <a:pt x="2721585" y="124895"/>
                  </a:lnTo>
                  <a:lnTo>
                    <a:pt x="2772065" y="140507"/>
                  </a:lnTo>
                  <a:lnTo>
                    <a:pt x="2872993" y="140507"/>
                  </a:lnTo>
                  <a:lnTo>
                    <a:pt x="2923440" y="156119"/>
                  </a:lnTo>
                  <a:lnTo>
                    <a:pt x="1133081" y="156119"/>
                  </a:lnTo>
                  <a:lnTo>
                    <a:pt x="1033419" y="124895"/>
                  </a:lnTo>
                  <a:close/>
                </a:path>
                <a:path w="7874634" h="3759835">
                  <a:moveTo>
                    <a:pt x="930051" y="109283"/>
                  </a:moveTo>
                  <a:lnTo>
                    <a:pt x="2570089" y="109283"/>
                  </a:lnTo>
                  <a:lnTo>
                    <a:pt x="2620597" y="124895"/>
                  </a:lnTo>
                  <a:lnTo>
                    <a:pt x="981735" y="124895"/>
                  </a:lnTo>
                  <a:lnTo>
                    <a:pt x="930051" y="109283"/>
                  </a:lnTo>
                  <a:close/>
                </a:path>
                <a:path w="7874634" h="3759835">
                  <a:moveTo>
                    <a:pt x="775001" y="93671"/>
                  </a:moveTo>
                  <a:lnTo>
                    <a:pt x="2418515" y="93671"/>
                  </a:lnTo>
                  <a:lnTo>
                    <a:pt x="2469047" y="109283"/>
                  </a:lnTo>
                  <a:lnTo>
                    <a:pt x="826684" y="109283"/>
                  </a:lnTo>
                  <a:lnTo>
                    <a:pt x="775001" y="93671"/>
                  </a:lnTo>
                  <a:close/>
                </a:path>
                <a:path w="7874634" h="3759835">
                  <a:moveTo>
                    <a:pt x="671640" y="78059"/>
                  </a:moveTo>
                  <a:lnTo>
                    <a:pt x="2216319" y="78059"/>
                  </a:lnTo>
                  <a:lnTo>
                    <a:pt x="2266877" y="93671"/>
                  </a:lnTo>
                  <a:lnTo>
                    <a:pt x="723320" y="93671"/>
                  </a:lnTo>
                  <a:lnTo>
                    <a:pt x="671640" y="78059"/>
                  </a:lnTo>
                  <a:close/>
                </a:path>
                <a:path w="7874634" h="3759835">
                  <a:moveTo>
                    <a:pt x="568284" y="62447"/>
                  </a:moveTo>
                  <a:lnTo>
                    <a:pt x="2014038" y="62447"/>
                  </a:lnTo>
                  <a:lnTo>
                    <a:pt x="2064614" y="78059"/>
                  </a:lnTo>
                  <a:lnTo>
                    <a:pt x="619961" y="78059"/>
                  </a:lnTo>
                  <a:lnTo>
                    <a:pt x="568284" y="62447"/>
                  </a:lnTo>
                  <a:close/>
                </a:path>
                <a:path w="7874634" h="3759835">
                  <a:moveTo>
                    <a:pt x="413264" y="46835"/>
                  </a:moveTo>
                  <a:lnTo>
                    <a:pt x="1811702" y="46835"/>
                  </a:lnTo>
                  <a:lnTo>
                    <a:pt x="1862290" y="62447"/>
                  </a:lnTo>
                  <a:lnTo>
                    <a:pt x="464935" y="62447"/>
                  </a:lnTo>
                  <a:lnTo>
                    <a:pt x="413264" y="46835"/>
                  </a:lnTo>
                  <a:close/>
                </a:path>
                <a:path w="7874634" h="3759835">
                  <a:moveTo>
                    <a:pt x="206606" y="31223"/>
                  </a:moveTo>
                  <a:lnTo>
                    <a:pt x="1609342" y="31223"/>
                  </a:lnTo>
                  <a:lnTo>
                    <a:pt x="1659933" y="46835"/>
                  </a:lnTo>
                  <a:lnTo>
                    <a:pt x="258266" y="46835"/>
                  </a:lnTo>
                  <a:lnTo>
                    <a:pt x="206606" y="31223"/>
                  </a:lnTo>
                  <a:close/>
                </a:path>
                <a:path w="7874634" h="3759835">
                  <a:moveTo>
                    <a:pt x="0" y="15611"/>
                  </a:moveTo>
                  <a:lnTo>
                    <a:pt x="1356402" y="15611"/>
                  </a:lnTo>
                  <a:lnTo>
                    <a:pt x="1406987" y="31223"/>
                  </a:lnTo>
                  <a:lnTo>
                    <a:pt x="51646" y="31223"/>
                  </a:lnTo>
                  <a:lnTo>
                    <a:pt x="0" y="15611"/>
                  </a:lnTo>
                  <a:close/>
                </a:path>
                <a:path w="7874634" h="3759835">
                  <a:moveTo>
                    <a:pt x="549610" y="0"/>
                  </a:moveTo>
                  <a:lnTo>
                    <a:pt x="1002555" y="0"/>
                  </a:lnTo>
                  <a:lnTo>
                    <a:pt x="1053021" y="15611"/>
                  </a:lnTo>
                  <a:lnTo>
                    <a:pt x="499349" y="15611"/>
                  </a:lnTo>
                  <a:lnTo>
                    <a:pt x="549610" y="0"/>
                  </a:lnTo>
                  <a:close/>
                </a:path>
              </a:pathLst>
            </a:custGeom>
            <a:solidFill>
              <a:srgbClr val="4F9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561" y="2543862"/>
            <a:ext cx="180975" cy="1809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561" y="3991662"/>
            <a:ext cx="180975" cy="1809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561" y="5439462"/>
            <a:ext cx="180975" cy="1809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8561" y="6887262"/>
            <a:ext cx="180975" cy="18097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5"/>
              </a:spcBef>
            </a:pPr>
            <a:r>
              <a:rPr sz="4100" dirty="0"/>
              <a:t>In</a:t>
            </a:r>
            <a:r>
              <a:rPr sz="4100" spc="-180" dirty="0"/>
              <a:t> </a:t>
            </a:r>
            <a:r>
              <a:rPr sz="4100" spc="70" dirty="0"/>
              <a:t>today’s</a:t>
            </a:r>
            <a:r>
              <a:rPr sz="4100" spc="-175" dirty="0"/>
              <a:t> </a:t>
            </a:r>
            <a:r>
              <a:rPr sz="4100" dirty="0"/>
              <a:t>digital</a:t>
            </a:r>
            <a:r>
              <a:rPr sz="4100" spc="-180" dirty="0"/>
              <a:t> </a:t>
            </a:r>
            <a:r>
              <a:rPr sz="4100" spc="-50" dirty="0"/>
              <a:t>world,</a:t>
            </a:r>
            <a:r>
              <a:rPr sz="4100" spc="-175" dirty="0"/>
              <a:t> </a:t>
            </a:r>
            <a:r>
              <a:rPr sz="4100" spc="70" dirty="0"/>
              <a:t>student</a:t>
            </a:r>
            <a:r>
              <a:rPr sz="4100" spc="-175" dirty="0"/>
              <a:t> </a:t>
            </a:r>
            <a:r>
              <a:rPr sz="4100" spc="155" dirty="0"/>
              <a:t>documents</a:t>
            </a:r>
            <a:r>
              <a:rPr sz="4100" spc="-180" dirty="0"/>
              <a:t> </a:t>
            </a:r>
            <a:r>
              <a:rPr sz="4100" spc="195" dirty="0"/>
              <a:t>are</a:t>
            </a:r>
            <a:r>
              <a:rPr sz="4100" spc="-175" dirty="0"/>
              <a:t> </a:t>
            </a:r>
            <a:r>
              <a:rPr sz="4100" spc="70" dirty="0"/>
              <a:t>increasingly </a:t>
            </a:r>
            <a:r>
              <a:rPr sz="4100" spc="60" dirty="0"/>
              <a:t>stored</a:t>
            </a:r>
            <a:r>
              <a:rPr sz="4100" spc="-200" dirty="0"/>
              <a:t> </a:t>
            </a:r>
            <a:r>
              <a:rPr sz="4100" spc="245" dirty="0"/>
              <a:t>and</a:t>
            </a:r>
            <a:r>
              <a:rPr sz="4100" spc="-200" dirty="0"/>
              <a:t> </a:t>
            </a:r>
            <a:r>
              <a:rPr sz="4100" spc="145" dirty="0"/>
              <a:t>shared</a:t>
            </a:r>
            <a:r>
              <a:rPr sz="4100" spc="-200" dirty="0"/>
              <a:t> </a:t>
            </a:r>
            <a:r>
              <a:rPr sz="4100" spc="-10" dirty="0"/>
              <a:t>online.</a:t>
            </a:r>
            <a:endParaRPr sz="4100" dirty="0"/>
          </a:p>
          <a:p>
            <a:pPr marL="12700" marR="38100">
              <a:lnSpc>
                <a:spcPts val="5700"/>
              </a:lnSpc>
              <a:spcBef>
                <a:spcPts val="320"/>
              </a:spcBef>
            </a:pPr>
            <a:r>
              <a:rPr sz="4100" dirty="0"/>
              <a:t>Unauthorized</a:t>
            </a:r>
            <a:r>
              <a:rPr sz="4100" spc="-160" dirty="0"/>
              <a:t> </a:t>
            </a:r>
            <a:r>
              <a:rPr sz="4100" spc="260" dirty="0"/>
              <a:t>access</a:t>
            </a:r>
            <a:r>
              <a:rPr sz="4100" spc="-160" dirty="0"/>
              <a:t> </a:t>
            </a:r>
            <a:r>
              <a:rPr sz="4100" spc="245" dirty="0"/>
              <a:t>and</a:t>
            </a:r>
            <a:r>
              <a:rPr sz="4100" spc="-160" dirty="0"/>
              <a:t> </a:t>
            </a:r>
            <a:r>
              <a:rPr sz="4100" spc="170" dirty="0"/>
              <a:t>document</a:t>
            </a:r>
            <a:r>
              <a:rPr sz="4100" spc="-155" dirty="0"/>
              <a:t> </a:t>
            </a:r>
            <a:r>
              <a:rPr sz="4100" spc="130" dirty="0"/>
              <a:t>tampering</a:t>
            </a:r>
            <a:r>
              <a:rPr sz="4100" spc="-160" dirty="0"/>
              <a:t> </a:t>
            </a:r>
            <a:r>
              <a:rPr sz="4100" spc="310" dirty="0"/>
              <a:t>can</a:t>
            </a:r>
            <a:r>
              <a:rPr sz="4100" spc="-160" dirty="0"/>
              <a:t> </a:t>
            </a:r>
            <a:r>
              <a:rPr sz="4100" spc="185" dirty="0"/>
              <a:t>lead</a:t>
            </a:r>
            <a:r>
              <a:rPr sz="4100" spc="-155" dirty="0"/>
              <a:t> </a:t>
            </a:r>
            <a:r>
              <a:rPr sz="4100" spc="-25" dirty="0"/>
              <a:t>to </a:t>
            </a:r>
            <a:r>
              <a:rPr sz="4100" dirty="0"/>
              <a:t>serious</a:t>
            </a:r>
            <a:r>
              <a:rPr sz="4100" spc="-175" dirty="0"/>
              <a:t> </a:t>
            </a:r>
            <a:r>
              <a:rPr sz="4100" spc="95" dirty="0"/>
              <a:t>misuse</a:t>
            </a:r>
            <a:r>
              <a:rPr sz="4100" spc="-170" dirty="0"/>
              <a:t> </a:t>
            </a:r>
            <a:r>
              <a:rPr sz="4100" dirty="0"/>
              <a:t>of</a:t>
            </a:r>
            <a:r>
              <a:rPr sz="4100" spc="-175" dirty="0"/>
              <a:t> </a:t>
            </a:r>
            <a:r>
              <a:rPr sz="4100" spc="290" dirty="0"/>
              <a:t>academic</a:t>
            </a:r>
            <a:r>
              <a:rPr sz="4100" spc="-170" dirty="0"/>
              <a:t> </a:t>
            </a:r>
            <a:r>
              <a:rPr sz="4100" spc="245" dirty="0"/>
              <a:t>and</a:t>
            </a:r>
            <a:r>
              <a:rPr sz="4100" spc="-175" dirty="0"/>
              <a:t> </a:t>
            </a:r>
            <a:r>
              <a:rPr sz="4100" spc="95" dirty="0"/>
              <a:t>personal</a:t>
            </a:r>
            <a:r>
              <a:rPr sz="4100" spc="-170" dirty="0"/>
              <a:t> </a:t>
            </a:r>
            <a:r>
              <a:rPr sz="4100" spc="-10" dirty="0"/>
              <a:t>records.</a:t>
            </a:r>
            <a:endParaRPr sz="4100" dirty="0"/>
          </a:p>
          <a:p>
            <a:pPr marL="12700" marR="752475">
              <a:lnSpc>
                <a:spcPts val="5700"/>
              </a:lnSpc>
            </a:pPr>
            <a:r>
              <a:rPr sz="4100" dirty="0"/>
              <a:t>Ensuring</a:t>
            </a:r>
            <a:r>
              <a:rPr sz="4100" spc="-200" dirty="0"/>
              <a:t> </a:t>
            </a:r>
            <a:r>
              <a:rPr sz="4100" spc="170" dirty="0"/>
              <a:t>document</a:t>
            </a:r>
            <a:r>
              <a:rPr sz="4100" spc="-200" dirty="0"/>
              <a:t> </a:t>
            </a:r>
            <a:r>
              <a:rPr sz="4100" spc="65" dirty="0"/>
              <a:t>security</a:t>
            </a:r>
            <a:r>
              <a:rPr sz="4100" spc="-195" dirty="0"/>
              <a:t> </a:t>
            </a:r>
            <a:r>
              <a:rPr sz="4100" spc="245" dirty="0"/>
              <a:t>and</a:t>
            </a:r>
            <a:r>
              <a:rPr sz="4100" spc="-200" dirty="0"/>
              <a:t> </a:t>
            </a:r>
            <a:r>
              <a:rPr sz="4100" spc="50" dirty="0"/>
              <a:t>user</a:t>
            </a:r>
            <a:r>
              <a:rPr sz="4100" spc="-195" dirty="0"/>
              <a:t> </a:t>
            </a:r>
            <a:r>
              <a:rPr sz="4100" spc="105" dirty="0"/>
              <a:t>authentication</a:t>
            </a:r>
            <a:r>
              <a:rPr sz="4100" spc="-200" dirty="0"/>
              <a:t> </a:t>
            </a:r>
            <a:r>
              <a:rPr sz="4100" spc="175" dirty="0"/>
              <a:t>has </a:t>
            </a:r>
            <a:r>
              <a:rPr sz="4100" spc="250" dirty="0"/>
              <a:t>become</a:t>
            </a:r>
            <a:r>
              <a:rPr sz="4100" spc="-120" dirty="0"/>
              <a:t> </a:t>
            </a:r>
            <a:r>
              <a:rPr sz="4100" dirty="0"/>
              <a:t>highly</a:t>
            </a:r>
            <a:r>
              <a:rPr sz="4100" spc="-114" dirty="0"/>
              <a:t> </a:t>
            </a:r>
            <a:r>
              <a:rPr sz="4100" spc="-10" dirty="0"/>
              <a:t>important.</a:t>
            </a:r>
            <a:endParaRPr sz="4100" dirty="0"/>
          </a:p>
          <a:p>
            <a:pPr marL="12700" marR="270510" algn="just">
              <a:lnSpc>
                <a:spcPts val="5700"/>
              </a:lnSpc>
            </a:pPr>
            <a:r>
              <a:rPr sz="4100" spc="-40" dirty="0"/>
              <a:t>Therefore,</a:t>
            </a:r>
            <a:r>
              <a:rPr sz="4100" spc="-180" dirty="0"/>
              <a:t> </a:t>
            </a:r>
            <a:r>
              <a:rPr sz="4100" spc="495" dirty="0"/>
              <a:t>a</a:t>
            </a:r>
            <a:r>
              <a:rPr sz="4100" spc="-175" dirty="0"/>
              <a:t> </a:t>
            </a:r>
            <a:r>
              <a:rPr sz="4100" spc="135" dirty="0"/>
              <a:t>secure</a:t>
            </a:r>
            <a:r>
              <a:rPr sz="4100" spc="-175" dirty="0"/>
              <a:t> </a:t>
            </a:r>
            <a:r>
              <a:rPr sz="4100" spc="135" dirty="0"/>
              <a:t>system</a:t>
            </a:r>
            <a:r>
              <a:rPr sz="4100" spc="-180" dirty="0"/>
              <a:t> </a:t>
            </a:r>
            <a:r>
              <a:rPr sz="4100" dirty="0"/>
              <a:t>using</a:t>
            </a:r>
            <a:r>
              <a:rPr sz="4100" spc="-175" dirty="0"/>
              <a:t> </a:t>
            </a:r>
            <a:r>
              <a:rPr sz="4100" spc="100" dirty="0"/>
              <a:t>blockchain</a:t>
            </a:r>
            <a:r>
              <a:rPr sz="4100" spc="-175" dirty="0"/>
              <a:t> </a:t>
            </a:r>
            <a:r>
              <a:rPr sz="4100" spc="110" dirty="0"/>
              <a:t>technology</a:t>
            </a:r>
            <a:r>
              <a:rPr sz="4100" spc="-175" dirty="0"/>
              <a:t> </a:t>
            </a:r>
            <a:r>
              <a:rPr sz="4100" spc="-25" dirty="0"/>
              <a:t>is </a:t>
            </a:r>
            <a:r>
              <a:rPr sz="4100" spc="105" dirty="0"/>
              <a:t>relevant</a:t>
            </a:r>
            <a:r>
              <a:rPr sz="4100" spc="-180" dirty="0"/>
              <a:t> </a:t>
            </a:r>
            <a:r>
              <a:rPr sz="4100" dirty="0"/>
              <a:t>to</a:t>
            </a:r>
            <a:r>
              <a:rPr sz="4100" spc="-180" dirty="0"/>
              <a:t> </a:t>
            </a:r>
            <a:r>
              <a:rPr sz="4100" spc="75" dirty="0"/>
              <a:t>provide</a:t>
            </a:r>
            <a:r>
              <a:rPr sz="4100" spc="-180" dirty="0"/>
              <a:t> </a:t>
            </a:r>
            <a:r>
              <a:rPr sz="4100" spc="135" dirty="0"/>
              <a:t>tamper-</a:t>
            </a:r>
            <a:r>
              <a:rPr sz="4100" dirty="0"/>
              <a:t>proof</a:t>
            </a:r>
            <a:r>
              <a:rPr sz="4100" spc="-175" dirty="0"/>
              <a:t> </a:t>
            </a:r>
            <a:r>
              <a:rPr sz="4100" spc="125" dirty="0"/>
              <a:t>storage</a:t>
            </a:r>
            <a:r>
              <a:rPr sz="4100" spc="-180" dirty="0"/>
              <a:t> </a:t>
            </a:r>
            <a:r>
              <a:rPr sz="4100" spc="245" dirty="0"/>
              <a:t>and</a:t>
            </a:r>
            <a:r>
              <a:rPr sz="4100" spc="-180" dirty="0"/>
              <a:t> </a:t>
            </a:r>
            <a:r>
              <a:rPr sz="4100" spc="150" dirty="0"/>
              <a:t>safe</a:t>
            </a:r>
            <a:r>
              <a:rPr sz="4100" spc="-175" dirty="0"/>
              <a:t> </a:t>
            </a:r>
            <a:r>
              <a:rPr sz="4100" spc="250" dirty="0"/>
              <a:t>access </a:t>
            </a:r>
            <a:r>
              <a:rPr sz="4100" spc="-10" dirty="0"/>
              <a:t>control.</a:t>
            </a:r>
            <a:endParaRPr sz="4100" dirty="0"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1896" y="6185869"/>
            <a:ext cx="17255525" cy="33108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8592" y="4742829"/>
            <a:ext cx="7372350" cy="4276725"/>
            <a:chOff x="758592" y="4742829"/>
            <a:chExt cx="7372350" cy="4276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5109" y="8912723"/>
              <a:ext cx="82048" cy="696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6692" y="4780929"/>
              <a:ext cx="7296150" cy="4200525"/>
            </a:xfrm>
            <a:custGeom>
              <a:avLst/>
              <a:gdLst/>
              <a:ahLst/>
              <a:cxnLst/>
              <a:rect l="l" t="t" r="r" b="b"/>
              <a:pathLst>
                <a:path w="7296150" h="4200525">
                  <a:moveTo>
                    <a:pt x="74756" y="4200524"/>
                  </a:moveTo>
                  <a:lnTo>
                    <a:pt x="33985" y="4187871"/>
                  </a:lnTo>
                  <a:lnTo>
                    <a:pt x="5862" y="4153635"/>
                  </a:lnTo>
                  <a:lnTo>
                    <a:pt x="0" y="4124475"/>
                  </a:lnTo>
                  <a:lnTo>
                    <a:pt x="0" y="76190"/>
                  </a:lnTo>
                  <a:lnTo>
                    <a:pt x="12864" y="33922"/>
                  </a:lnTo>
                  <a:lnTo>
                    <a:pt x="47100" y="5800"/>
                  </a:lnTo>
                  <a:lnTo>
                    <a:pt x="76259" y="0"/>
                  </a:lnTo>
                  <a:lnTo>
                    <a:pt x="7221228" y="0"/>
                  </a:lnTo>
                  <a:lnTo>
                    <a:pt x="7263502" y="12801"/>
                  </a:lnTo>
                  <a:lnTo>
                    <a:pt x="7291625" y="47037"/>
                  </a:lnTo>
                  <a:lnTo>
                    <a:pt x="7295948" y="61262"/>
                  </a:lnTo>
                  <a:lnTo>
                    <a:pt x="7296149" y="63293"/>
                  </a:lnTo>
                </a:path>
              </a:pathLst>
            </a:custGeom>
            <a:ln w="76199">
              <a:solidFill>
                <a:srgbClr val="1704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8642" y="6095379"/>
              <a:ext cx="123825" cy="123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8642" y="6590679"/>
              <a:ext cx="123825" cy="1238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8642" y="7581279"/>
              <a:ext cx="123825" cy="123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96692" y="4780930"/>
              <a:ext cx="7298055" cy="812800"/>
            </a:xfrm>
            <a:custGeom>
              <a:avLst/>
              <a:gdLst/>
              <a:ahLst/>
              <a:cxnLst/>
              <a:rect l="l" t="t" r="r" b="b"/>
              <a:pathLst>
                <a:path w="7298055" h="812800">
                  <a:moveTo>
                    <a:pt x="7221412" y="812679"/>
                  </a:moveTo>
                  <a:lnTo>
                    <a:pt x="76199" y="812679"/>
                  </a:lnTo>
                  <a:lnTo>
                    <a:pt x="61264" y="811201"/>
                  </a:lnTo>
                  <a:lnTo>
                    <a:pt x="22318" y="790361"/>
                  </a:lnTo>
                  <a:lnTo>
                    <a:pt x="1477" y="751415"/>
                  </a:lnTo>
                  <a:lnTo>
                    <a:pt x="0" y="736479"/>
                  </a:lnTo>
                  <a:lnTo>
                    <a:pt x="0" y="76199"/>
                  </a:lnTo>
                  <a:lnTo>
                    <a:pt x="12802" y="33924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7221412" y="0"/>
                  </a:lnTo>
                  <a:lnTo>
                    <a:pt x="7263688" y="12802"/>
                  </a:lnTo>
                  <a:lnTo>
                    <a:pt x="7291812" y="47039"/>
                  </a:lnTo>
                  <a:lnTo>
                    <a:pt x="7297612" y="76199"/>
                  </a:lnTo>
                  <a:lnTo>
                    <a:pt x="7297612" y="736479"/>
                  </a:lnTo>
                  <a:lnTo>
                    <a:pt x="7284809" y="778755"/>
                  </a:lnTo>
                  <a:lnTo>
                    <a:pt x="7250572" y="806879"/>
                  </a:lnTo>
                  <a:lnTo>
                    <a:pt x="7221412" y="812679"/>
                  </a:lnTo>
                  <a:close/>
                </a:path>
              </a:pathLst>
            </a:custGeom>
            <a:solidFill>
              <a:srgbClr val="FEE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23813" y="5523354"/>
              <a:ext cx="73042" cy="717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96982" y="4780929"/>
              <a:ext cx="7296150" cy="809625"/>
            </a:xfrm>
            <a:custGeom>
              <a:avLst/>
              <a:gdLst/>
              <a:ahLst/>
              <a:cxnLst/>
              <a:rect l="l" t="t" r="r" b="b"/>
              <a:pathLst>
                <a:path w="7296150" h="809625">
                  <a:moveTo>
                    <a:pt x="56325" y="809624"/>
                  </a:moveTo>
                  <a:lnTo>
                    <a:pt x="22316" y="790285"/>
                  </a:lnTo>
                  <a:lnTo>
                    <a:pt x="1477" y="751342"/>
                  </a:lnTo>
                  <a:lnTo>
                    <a:pt x="0" y="76192"/>
                  </a:lnTo>
                  <a:lnTo>
                    <a:pt x="1477" y="61258"/>
                  </a:lnTo>
                  <a:lnTo>
                    <a:pt x="22316" y="22316"/>
                  </a:lnTo>
                  <a:lnTo>
                    <a:pt x="61258" y="1477"/>
                  </a:lnTo>
                  <a:lnTo>
                    <a:pt x="7220716" y="0"/>
                  </a:lnTo>
                  <a:lnTo>
                    <a:pt x="7235650" y="1477"/>
                  </a:lnTo>
                  <a:lnTo>
                    <a:pt x="7274592" y="22316"/>
                  </a:lnTo>
                  <a:lnTo>
                    <a:pt x="7295432" y="61258"/>
                  </a:lnTo>
                  <a:lnTo>
                    <a:pt x="7295859" y="65581"/>
                  </a:lnTo>
                </a:path>
              </a:pathLst>
            </a:custGeom>
            <a:ln w="76199">
              <a:solidFill>
                <a:srgbClr val="1704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356803" y="4742829"/>
            <a:ext cx="8940800" cy="3962400"/>
            <a:chOff x="8356803" y="4742829"/>
            <a:chExt cx="8940800" cy="3962400"/>
          </a:xfrm>
        </p:grpSpPr>
        <p:sp>
          <p:nvSpPr>
            <p:cNvPr id="12" name="object 12"/>
            <p:cNvSpPr/>
            <p:nvPr/>
          </p:nvSpPr>
          <p:spPr>
            <a:xfrm>
              <a:off x="8394903" y="4780929"/>
              <a:ext cx="8864600" cy="3886200"/>
            </a:xfrm>
            <a:custGeom>
              <a:avLst/>
              <a:gdLst/>
              <a:ahLst/>
              <a:cxnLst/>
              <a:rect l="l" t="t" r="r" b="b"/>
              <a:pathLst>
                <a:path w="8864600" h="3886200">
                  <a:moveTo>
                    <a:pt x="53497" y="3886199"/>
                  </a:moveTo>
                  <a:lnTo>
                    <a:pt x="12907" y="3856145"/>
                  </a:lnTo>
                  <a:lnTo>
                    <a:pt x="0" y="3813870"/>
                  </a:lnTo>
                  <a:lnTo>
                    <a:pt x="1" y="76186"/>
                  </a:lnTo>
                  <a:lnTo>
                    <a:pt x="12907" y="33923"/>
                  </a:lnTo>
                  <a:lnTo>
                    <a:pt x="47143" y="5800"/>
                  </a:lnTo>
                  <a:lnTo>
                    <a:pt x="76303" y="0"/>
                  </a:lnTo>
                  <a:lnTo>
                    <a:pt x="8788047" y="0"/>
                  </a:lnTo>
                  <a:lnTo>
                    <a:pt x="8830321" y="12801"/>
                  </a:lnTo>
                  <a:lnTo>
                    <a:pt x="8858444" y="47037"/>
                  </a:lnTo>
                  <a:lnTo>
                    <a:pt x="8864245" y="3813871"/>
                  </a:lnTo>
                  <a:lnTo>
                    <a:pt x="8862767" y="3828806"/>
                  </a:lnTo>
                  <a:lnTo>
                    <a:pt x="8841927" y="3867751"/>
                  </a:lnTo>
                  <a:lnTo>
                    <a:pt x="8810853" y="3886199"/>
                  </a:lnTo>
                </a:path>
              </a:pathLst>
            </a:custGeom>
            <a:ln w="76199">
              <a:solidFill>
                <a:srgbClr val="1704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7327" y="6023624"/>
              <a:ext cx="123825" cy="123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7327" y="6499874"/>
              <a:ext cx="123825" cy="1238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7327" y="6976124"/>
              <a:ext cx="123825" cy="1238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7327" y="7452374"/>
              <a:ext cx="123825" cy="12382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041214" y="5784210"/>
            <a:ext cx="7950834" cy="2406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marR="1024890" indent="-106680">
              <a:lnSpc>
                <a:spcPct val="115700"/>
              </a:lnSpc>
              <a:spcBef>
                <a:spcPts val="100"/>
              </a:spcBef>
            </a:pPr>
            <a:r>
              <a:rPr sz="2700" spc="-10" dirty="0">
                <a:latin typeface="Arial Black"/>
                <a:cs typeface="Arial Black"/>
              </a:rPr>
              <a:t>Ensuring</a:t>
            </a:r>
            <a:r>
              <a:rPr sz="2700" spc="-120" dirty="0">
                <a:latin typeface="Arial Black"/>
                <a:cs typeface="Arial Black"/>
              </a:rPr>
              <a:t> </a:t>
            </a:r>
            <a:r>
              <a:rPr sz="2700" spc="-55" dirty="0">
                <a:latin typeface="Arial Black"/>
                <a:cs typeface="Arial Black"/>
              </a:rPr>
              <a:t>secure</a:t>
            </a:r>
            <a:r>
              <a:rPr sz="2700" spc="-120" dirty="0">
                <a:latin typeface="Arial Black"/>
                <a:cs typeface="Arial Black"/>
              </a:rPr>
              <a:t> </a:t>
            </a:r>
            <a:r>
              <a:rPr sz="2700" dirty="0">
                <a:latin typeface="Arial Black"/>
                <a:cs typeface="Arial Black"/>
              </a:rPr>
              <a:t>user</a:t>
            </a:r>
            <a:r>
              <a:rPr sz="2700" spc="-120" dirty="0">
                <a:latin typeface="Arial Black"/>
                <a:cs typeface="Arial Black"/>
              </a:rPr>
              <a:t> </a:t>
            </a:r>
            <a:r>
              <a:rPr sz="2700" spc="-10" dirty="0">
                <a:latin typeface="Arial Black"/>
                <a:cs typeface="Arial Black"/>
              </a:rPr>
              <a:t>authentication. Protecting</a:t>
            </a:r>
            <a:r>
              <a:rPr sz="2700" spc="-110" dirty="0">
                <a:latin typeface="Arial Black"/>
                <a:cs typeface="Arial Black"/>
              </a:rPr>
              <a:t> </a:t>
            </a:r>
            <a:r>
              <a:rPr sz="2700" spc="-10" dirty="0">
                <a:latin typeface="Arial Black"/>
                <a:cs typeface="Arial Black"/>
              </a:rPr>
              <a:t>sensitive</a:t>
            </a:r>
            <a:r>
              <a:rPr sz="2700" spc="-100" dirty="0">
                <a:latin typeface="Arial Black"/>
                <a:cs typeface="Arial Black"/>
              </a:rPr>
              <a:t> </a:t>
            </a:r>
            <a:r>
              <a:rPr sz="2700" dirty="0">
                <a:latin typeface="Arial Black"/>
                <a:cs typeface="Arial Black"/>
              </a:rPr>
              <a:t>student</a:t>
            </a:r>
            <a:r>
              <a:rPr sz="2700" spc="-100" dirty="0">
                <a:latin typeface="Arial Black"/>
                <a:cs typeface="Arial Black"/>
              </a:rPr>
              <a:t> </a:t>
            </a:r>
            <a:r>
              <a:rPr sz="2700" spc="-10" dirty="0">
                <a:latin typeface="Arial Black"/>
                <a:cs typeface="Arial Black"/>
              </a:rPr>
              <a:t>data.</a:t>
            </a:r>
            <a:endParaRPr sz="2700">
              <a:latin typeface="Arial Black"/>
              <a:cs typeface="Arial Black"/>
            </a:endParaRPr>
          </a:p>
          <a:p>
            <a:pPr marL="12700" marR="5080">
              <a:lnSpc>
                <a:spcPct val="115700"/>
              </a:lnSpc>
            </a:pPr>
            <a:r>
              <a:rPr sz="2700" dirty="0">
                <a:latin typeface="Arial Black"/>
                <a:cs typeface="Arial Black"/>
              </a:rPr>
              <a:t>Providing</a:t>
            </a:r>
            <a:r>
              <a:rPr sz="2700" spc="-10" dirty="0">
                <a:latin typeface="Arial Black"/>
                <a:cs typeface="Arial Black"/>
              </a:rPr>
              <a:t> </a:t>
            </a:r>
            <a:r>
              <a:rPr sz="2700" dirty="0">
                <a:latin typeface="Arial Black"/>
                <a:cs typeface="Arial Black"/>
              </a:rPr>
              <a:t>fast</a:t>
            </a:r>
            <a:r>
              <a:rPr sz="2700" spc="-5" dirty="0">
                <a:latin typeface="Arial Black"/>
                <a:cs typeface="Arial Black"/>
              </a:rPr>
              <a:t> </a:t>
            </a:r>
            <a:r>
              <a:rPr sz="2700" dirty="0">
                <a:latin typeface="Arial Black"/>
                <a:cs typeface="Arial Black"/>
              </a:rPr>
              <a:t>and</a:t>
            </a:r>
            <a:r>
              <a:rPr sz="2700" spc="-5" dirty="0">
                <a:latin typeface="Arial Black"/>
                <a:cs typeface="Arial Black"/>
              </a:rPr>
              <a:t> </a:t>
            </a:r>
            <a:r>
              <a:rPr sz="2700" dirty="0">
                <a:latin typeface="Arial Black"/>
                <a:cs typeface="Arial Black"/>
              </a:rPr>
              <a:t>reliable</a:t>
            </a:r>
            <a:r>
              <a:rPr sz="2700" spc="-10" dirty="0">
                <a:latin typeface="Arial Black"/>
                <a:cs typeface="Arial Black"/>
              </a:rPr>
              <a:t> verification. </a:t>
            </a:r>
            <a:r>
              <a:rPr sz="2700" dirty="0">
                <a:latin typeface="Arial Black"/>
                <a:cs typeface="Arial Black"/>
              </a:rPr>
              <a:t>Integrating</a:t>
            </a:r>
            <a:r>
              <a:rPr sz="2700" spc="-60" dirty="0">
                <a:latin typeface="Arial Black"/>
                <a:cs typeface="Arial Black"/>
              </a:rPr>
              <a:t> </a:t>
            </a:r>
            <a:r>
              <a:rPr sz="2700" spc="-25" dirty="0">
                <a:latin typeface="Arial Black"/>
                <a:cs typeface="Arial Black"/>
              </a:rPr>
              <a:t>blockchain</a:t>
            </a:r>
            <a:r>
              <a:rPr sz="2700" spc="-60" dirty="0">
                <a:latin typeface="Arial Black"/>
                <a:cs typeface="Arial Black"/>
              </a:rPr>
              <a:t> </a:t>
            </a:r>
            <a:r>
              <a:rPr sz="2700" dirty="0">
                <a:latin typeface="Arial Black"/>
                <a:cs typeface="Arial Black"/>
              </a:rPr>
              <a:t>with</a:t>
            </a:r>
            <a:r>
              <a:rPr sz="2700" spc="-55" dirty="0">
                <a:latin typeface="Arial Black"/>
                <a:cs typeface="Arial Black"/>
              </a:rPr>
              <a:t> </a:t>
            </a:r>
            <a:r>
              <a:rPr sz="2700" dirty="0">
                <a:latin typeface="Arial Black"/>
                <a:cs typeface="Arial Black"/>
              </a:rPr>
              <a:t>cloud</a:t>
            </a:r>
            <a:r>
              <a:rPr sz="2700" spc="-60" dirty="0">
                <a:latin typeface="Arial Black"/>
                <a:cs typeface="Arial Black"/>
              </a:rPr>
              <a:t> </a:t>
            </a:r>
            <a:r>
              <a:rPr sz="2700" spc="-10" dirty="0">
                <a:latin typeface="Arial Black"/>
                <a:cs typeface="Arial Black"/>
              </a:rPr>
              <a:t>storage efficiently.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64583" y="4914343"/>
            <a:ext cx="6271895" cy="3427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2260" algn="ctr">
              <a:lnSpc>
                <a:spcPct val="100000"/>
              </a:lnSpc>
              <a:spcBef>
                <a:spcPts val="100"/>
              </a:spcBef>
            </a:pPr>
            <a:r>
              <a:rPr sz="3200" spc="-135" dirty="0">
                <a:latin typeface="Lucida Sans Unicode"/>
                <a:cs typeface="Lucida Sans Unicode"/>
              </a:rPr>
              <a:t>Existing</a:t>
            </a:r>
            <a:r>
              <a:rPr sz="3200" spc="-130" dirty="0">
                <a:latin typeface="Lucida Sans Unicode"/>
                <a:cs typeface="Lucida Sans Unicode"/>
              </a:rPr>
              <a:t> </a:t>
            </a:r>
            <a:r>
              <a:rPr sz="3200" spc="-10" dirty="0">
                <a:latin typeface="Lucida Sans Unicode"/>
                <a:cs typeface="Lucida Sans Unicode"/>
              </a:rPr>
              <a:t>Issues</a:t>
            </a:r>
            <a:endParaRPr sz="3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984"/>
              </a:spcBef>
            </a:pPr>
            <a:r>
              <a:rPr sz="2800" dirty="0">
                <a:latin typeface="Arial Black"/>
                <a:cs typeface="Arial Black"/>
              </a:rPr>
              <a:t>No</a:t>
            </a:r>
            <a:r>
              <a:rPr sz="2800" spc="9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login</a:t>
            </a:r>
            <a:r>
              <a:rPr sz="2800" spc="10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notification</a:t>
            </a:r>
            <a:r>
              <a:rPr sz="2800" spc="10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system.</a:t>
            </a:r>
            <a:endParaRPr sz="2800">
              <a:latin typeface="Arial Black"/>
              <a:cs typeface="Arial Black"/>
            </a:endParaRPr>
          </a:p>
          <a:p>
            <a:pPr marL="12700" marR="5080" indent="109855">
              <a:lnSpc>
                <a:spcPct val="116100"/>
              </a:lnSpc>
            </a:pPr>
            <a:r>
              <a:rPr sz="2800" dirty="0">
                <a:latin typeface="Arial Black"/>
                <a:cs typeface="Arial Black"/>
              </a:rPr>
              <a:t>No</a:t>
            </a:r>
            <a:r>
              <a:rPr sz="2800" spc="8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proper</a:t>
            </a:r>
            <a:r>
              <a:rPr sz="2800" spc="8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document</a:t>
            </a:r>
            <a:r>
              <a:rPr sz="2800" spc="8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tampering detection.</a:t>
            </a:r>
            <a:endParaRPr sz="2800">
              <a:latin typeface="Arial Black"/>
              <a:cs typeface="Arial Black"/>
            </a:endParaRPr>
          </a:p>
          <a:p>
            <a:pPr marL="12700" marR="309880" indent="109855">
              <a:lnSpc>
                <a:spcPct val="116100"/>
              </a:lnSpc>
            </a:pPr>
            <a:r>
              <a:rPr sz="2800" dirty="0">
                <a:latin typeface="Arial Black"/>
                <a:cs typeface="Arial Black"/>
              </a:rPr>
              <a:t>Manual</a:t>
            </a:r>
            <a:r>
              <a:rPr sz="2800" spc="19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verification</a:t>
            </a:r>
            <a:r>
              <a:rPr sz="2800" spc="195" dirty="0">
                <a:latin typeface="Arial Black"/>
                <a:cs typeface="Arial Black"/>
              </a:rPr>
              <a:t> </a:t>
            </a:r>
            <a:r>
              <a:rPr sz="2800" spc="-50" dirty="0">
                <a:latin typeface="Arial Black"/>
                <a:cs typeface="Arial Black"/>
              </a:rPr>
              <a:t>consumes </a:t>
            </a:r>
            <a:r>
              <a:rPr sz="2800" spc="-10" dirty="0">
                <a:latin typeface="Arial Black"/>
                <a:cs typeface="Arial Black"/>
              </a:rPr>
              <a:t>time.</a:t>
            </a:r>
            <a:endParaRPr sz="2800">
              <a:latin typeface="Arial Black"/>
              <a:cs typeface="Arial Blac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57078" y="4742829"/>
            <a:ext cx="8940165" cy="788035"/>
            <a:chOff x="8357078" y="4742829"/>
            <a:chExt cx="8940165" cy="788035"/>
          </a:xfrm>
        </p:grpSpPr>
        <p:sp>
          <p:nvSpPr>
            <p:cNvPr id="20" name="object 20"/>
            <p:cNvSpPr/>
            <p:nvPr/>
          </p:nvSpPr>
          <p:spPr>
            <a:xfrm>
              <a:off x="8394903" y="4780929"/>
              <a:ext cx="8864600" cy="711835"/>
            </a:xfrm>
            <a:custGeom>
              <a:avLst/>
              <a:gdLst/>
              <a:ahLst/>
              <a:cxnLst/>
              <a:rect l="l" t="t" r="r" b="b"/>
              <a:pathLst>
                <a:path w="8864600" h="711835">
                  <a:moveTo>
                    <a:pt x="8788196" y="711594"/>
                  </a:moveTo>
                  <a:lnTo>
                    <a:pt x="76200" y="711594"/>
                  </a:lnTo>
                  <a:lnTo>
                    <a:pt x="61264" y="710117"/>
                  </a:lnTo>
                  <a:lnTo>
                    <a:pt x="22318" y="689276"/>
                  </a:lnTo>
                  <a:lnTo>
                    <a:pt x="1477" y="650330"/>
                  </a:lnTo>
                  <a:lnTo>
                    <a:pt x="0" y="635394"/>
                  </a:lnTo>
                  <a:lnTo>
                    <a:pt x="0" y="76200"/>
                  </a:lnTo>
                  <a:lnTo>
                    <a:pt x="12802" y="33924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8788196" y="0"/>
                  </a:lnTo>
                  <a:lnTo>
                    <a:pt x="8830472" y="12802"/>
                  </a:lnTo>
                  <a:lnTo>
                    <a:pt x="8858596" y="47039"/>
                  </a:lnTo>
                  <a:lnTo>
                    <a:pt x="8864396" y="76200"/>
                  </a:lnTo>
                  <a:lnTo>
                    <a:pt x="8864396" y="635394"/>
                  </a:lnTo>
                  <a:lnTo>
                    <a:pt x="8851594" y="677670"/>
                  </a:lnTo>
                  <a:lnTo>
                    <a:pt x="8817357" y="705794"/>
                  </a:lnTo>
                  <a:lnTo>
                    <a:pt x="8788196" y="711594"/>
                  </a:lnTo>
                  <a:close/>
                </a:path>
              </a:pathLst>
            </a:custGeom>
            <a:solidFill>
              <a:srgbClr val="FEE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95178" y="4780929"/>
              <a:ext cx="8863965" cy="711835"/>
            </a:xfrm>
            <a:custGeom>
              <a:avLst/>
              <a:gdLst/>
              <a:ahLst/>
              <a:cxnLst/>
              <a:rect l="l" t="t" r="r" b="b"/>
              <a:pathLst>
                <a:path w="8863965" h="711835">
                  <a:moveTo>
                    <a:pt x="76194" y="0"/>
                  </a:moveTo>
                  <a:lnTo>
                    <a:pt x="8787605" y="0"/>
                  </a:lnTo>
                  <a:lnTo>
                    <a:pt x="8802540" y="1477"/>
                  </a:lnTo>
                  <a:lnTo>
                    <a:pt x="8841484" y="22316"/>
                  </a:lnTo>
                  <a:lnTo>
                    <a:pt x="8862325" y="61260"/>
                  </a:lnTo>
                  <a:lnTo>
                    <a:pt x="8863802" y="635352"/>
                  </a:lnTo>
                  <a:lnTo>
                    <a:pt x="8862325" y="650286"/>
                  </a:lnTo>
                  <a:lnTo>
                    <a:pt x="8841484" y="689230"/>
                  </a:lnTo>
                  <a:lnTo>
                    <a:pt x="8802540" y="710069"/>
                  </a:lnTo>
                  <a:lnTo>
                    <a:pt x="8787605" y="711547"/>
                  </a:lnTo>
                  <a:lnTo>
                    <a:pt x="76194" y="711547"/>
                  </a:lnTo>
                  <a:lnTo>
                    <a:pt x="33921" y="698745"/>
                  </a:lnTo>
                  <a:lnTo>
                    <a:pt x="5799" y="664510"/>
                  </a:lnTo>
                  <a:lnTo>
                    <a:pt x="0" y="76194"/>
                  </a:lnTo>
                  <a:lnTo>
                    <a:pt x="1477" y="61260"/>
                  </a:lnTo>
                  <a:lnTo>
                    <a:pt x="22316" y="22317"/>
                  </a:lnTo>
                  <a:lnTo>
                    <a:pt x="61260" y="1477"/>
                  </a:lnTo>
                  <a:lnTo>
                    <a:pt x="76194" y="0"/>
                  </a:lnTo>
                </a:path>
              </a:pathLst>
            </a:custGeom>
            <a:ln w="76199">
              <a:solidFill>
                <a:srgbClr val="1704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286286" y="4901674"/>
            <a:ext cx="30816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45" dirty="0">
                <a:latin typeface="Lucida Sans Unicode"/>
                <a:cs typeface="Lucida Sans Unicode"/>
              </a:rPr>
              <a:t>Current</a:t>
            </a:r>
            <a:r>
              <a:rPr sz="2700" spc="-170" dirty="0">
                <a:latin typeface="Lucida Sans Unicode"/>
                <a:cs typeface="Lucida Sans Unicode"/>
              </a:rPr>
              <a:t> </a:t>
            </a:r>
            <a:r>
              <a:rPr sz="2700" spc="-55" dirty="0">
                <a:latin typeface="Lucida Sans Unicode"/>
                <a:cs typeface="Lucida Sans Unicode"/>
              </a:rPr>
              <a:t>Challenges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272808"/>
            <a:ext cx="5066599" cy="8014191"/>
          </a:xfrm>
          <a:prstGeom prst="rect">
            <a:avLst/>
          </a:prstGeom>
        </p:spPr>
      </p:pic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3733800" y="362411"/>
            <a:ext cx="12725399" cy="93743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6000" dirty="0">
                <a:latin typeface="Algerian" panose="04020705040A02060702" pitchFamily="82" charset="0"/>
              </a:rPr>
              <a:t>Problem Statement</a:t>
            </a:r>
            <a:endParaRPr sz="6000" dirty="0">
              <a:latin typeface="Algerian" panose="04020705040A02060702" pitchFamily="82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4073" y="1394004"/>
            <a:ext cx="14875510" cy="242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00"/>
              </a:spcBef>
            </a:pPr>
            <a:r>
              <a:rPr sz="3400" b="1" spc="335" dirty="0">
                <a:latin typeface="Trebuchet MS"/>
                <a:cs typeface="Trebuchet MS"/>
              </a:rPr>
              <a:t>Student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440" dirty="0">
                <a:latin typeface="Trebuchet MS"/>
                <a:cs typeface="Trebuchet MS"/>
              </a:rPr>
              <a:t>documents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315" dirty="0">
                <a:latin typeface="Trebuchet MS"/>
                <a:cs typeface="Trebuchet MS"/>
              </a:rPr>
              <a:t>are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280" dirty="0">
                <a:latin typeface="Trebuchet MS"/>
                <a:cs typeface="Trebuchet MS"/>
              </a:rPr>
              <a:t>not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340" dirty="0">
                <a:latin typeface="Trebuchet MS"/>
                <a:cs typeface="Trebuchet MS"/>
              </a:rPr>
              <a:t>securely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325" dirty="0">
                <a:latin typeface="Trebuchet MS"/>
                <a:cs typeface="Trebuchet MS"/>
              </a:rPr>
              <a:t>stored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210" dirty="0">
                <a:latin typeface="Trebuchet MS"/>
                <a:cs typeface="Trebuchet MS"/>
              </a:rPr>
              <a:t>in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560" dirty="0">
                <a:latin typeface="Trebuchet MS"/>
                <a:cs typeface="Trebuchet MS"/>
              </a:rPr>
              <a:t>many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400" dirty="0">
                <a:latin typeface="Trebuchet MS"/>
                <a:cs typeface="Trebuchet MS"/>
              </a:rPr>
              <a:t>systems. </a:t>
            </a:r>
            <a:r>
              <a:rPr sz="3400" b="1" spc="415" dirty="0">
                <a:latin typeface="Trebuchet MS"/>
                <a:cs typeface="Trebuchet MS"/>
              </a:rPr>
              <a:t>Accounts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459" dirty="0">
                <a:latin typeface="Trebuchet MS"/>
                <a:cs typeface="Trebuchet MS"/>
              </a:rPr>
              <a:t>can</a:t>
            </a:r>
            <a:r>
              <a:rPr sz="3400" b="1" spc="55" dirty="0">
                <a:latin typeface="Trebuchet MS"/>
                <a:cs typeface="Trebuchet MS"/>
              </a:rPr>
              <a:t> </a:t>
            </a:r>
            <a:r>
              <a:rPr sz="3400" b="1" spc="305" dirty="0">
                <a:latin typeface="Trebuchet MS"/>
                <a:cs typeface="Trebuchet MS"/>
              </a:rPr>
              <a:t>be</a:t>
            </a:r>
            <a:r>
              <a:rPr sz="3400" b="1" spc="55" dirty="0">
                <a:latin typeface="Trebuchet MS"/>
                <a:cs typeface="Trebuchet MS"/>
              </a:rPr>
              <a:t> </a:t>
            </a:r>
            <a:r>
              <a:rPr sz="3400" b="1" spc="459" dirty="0">
                <a:latin typeface="Trebuchet MS"/>
                <a:cs typeface="Trebuchet MS"/>
              </a:rPr>
              <a:t>accessed</a:t>
            </a:r>
            <a:r>
              <a:rPr sz="3400" b="1" spc="55" dirty="0">
                <a:latin typeface="Trebuchet MS"/>
                <a:cs typeface="Trebuchet MS"/>
              </a:rPr>
              <a:t> </a:t>
            </a:r>
            <a:r>
              <a:rPr sz="3400" b="1" spc="290" dirty="0">
                <a:latin typeface="Trebuchet MS"/>
                <a:cs typeface="Trebuchet MS"/>
              </a:rPr>
              <a:t>without</a:t>
            </a:r>
            <a:r>
              <a:rPr sz="3400" b="1" spc="55" dirty="0">
                <a:latin typeface="Trebuchet MS"/>
                <a:cs typeface="Trebuchet MS"/>
              </a:rPr>
              <a:t> </a:t>
            </a:r>
            <a:r>
              <a:rPr sz="3400" b="1" spc="390" dirty="0">
                <a:latin typeface="Trebuchet MS"/>
                <a:cs typeface="Trebuchet MS"/>
              </a:rPr>
              <a:t>strong</a:t>
            </a:r>
            <a:r>
              <a:rPr sz="3400" b="1" spc="55" dirty="0">
                <a:latin typeface="Trebuchet MS"/>
                <a:cs typeface="Trebuchet MS"/>
              </a:rPr>
              <a:t> </a:t>
            </a:r>
            <a:r>
              <a:rPr sz="3400" b="1" spc="325" dirty="0">
                <a:latin typeface="Trebuchet MS"/>
                <a:cs typeface="Trebuchet MS"/>
              </a:rPr>
              <a:t>security</a:t>
            </a:r>
            <a:r>
              <a:rPr sz="3400" b="1" spc="55" dirty="0">
                <a:latin typeface="Trebuchet MS"/>
                <a:cs typeface="Trebuchet MS"/>
              </a:rPr>
              <a:t> </a:t>
            </a:r>
            <a:r>
              <a:rPr sz="3400" b="1" spc="240" dirty="0">
                <a:latin typeface="Trebuchet MS"/>
                <a:cs typeface="Trebuchet MS"/>
              </a:rPr>
              <a:t>alerts.</a:t>
            </a:r>
            <a:endParaRPr sz="3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3400" b="1" spc="295" dirty="0">
                <a:latin typeface="Trebuchet MS"/>
                <a:cs typeface="Trebuchet MS"/>
              </a:rPr>
              <a:t>Verification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400" dirty="0">
                <a:latin typeface="Trebuchet MS"/>
                <a:cs typeface="Trebuchet MS"/>
              </a:rPr>
              <a:t>process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290" dirty="0">
                <a:latin typeface="Trebuchet MS"/>
                <a:cs typeface="Trebuchet MS"/>
              </a:rPr>
              <a:t>is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355" dirty="0">
                <a:latin typeface="Trebuchet MS"/>
                <a:cs typeface="Trebuchet MS"/>
              </a:rPr>
              <a:t>slow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465" dirty="0">
                <a:latin typeface="Trebuchet MS"/>
                <a:cs typeface="Trebuchet MS"/>
              </a:rPr>
              <a:t>and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400" dirty="0">
                <a:latin typeface="Trebuchet MS"/>
                <a:cs typeface="Trebuchet MS"/>
              </a:rPr>
              <a:t>manual.</a:t>
            </a:r>
            <a:endParaRPr sz="3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3400" b="1" spc="335" dirty="0">
                <a:latin typeface="Trebuchet MS"/>
                <a:cs typeface="Trebuchet MS"/>
              </a:rPr>
              <a:t>Need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170" dirty="0">
                <a:latin typeface="Trebuchet MS"/>
                <a:cs typeface="Trebuchet MS"/>
              </a:rPr>
              <a:t>for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484" dirty="0">
                <a:latin typeface="Trebuchet MS"/>
                <a:cs typeface="Trebuchet MS"/>
              </a:rPr>
              <a:t>a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345" dirty="0">
                <a:latin typeface="Trebuchet MS"/>
                <a:cs typeface="Trebuchet MS"/>
              </a:rPr>
              <a:t>secure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465" dirty="0">
                <a:latin typeface="Trebuchet MS"/>
                <a:cs typeface="Trebuchet MS"/>
              </a:rPr>
              <a:t>and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500" dirty="0">
                <a:latin typeface="Trebuchet MS"/>
                <a:cs typeface="Trebuchet MS"/>
              </a:rPr>
              <a:t>tamper-</a:t>
            </a:r>
            <a:r>
              <a:rPr sz="3400" b="1" spc="275" dirty="0">
                <a:latin typeface="Trebuchet MS"/>
                <a:cs typeface="Trebuchet MS"/>
              </a:rPr>
              <a:t>proof</a:t>
            </a:r>
            <a:r>
              <a:rPr sz="3400" b="1" spc="45" dirty="0">
                <a:latin typeface="Trebuchet MS"/>
                <a:cs typeface="Trebuchet MS"/>
              </a:rPr>
              <a:t> </a:t>
            </a:r>
            <a:r>
              <a:rPr sz="3400" b="1" spc="340" dirty="0">
                <a:latin typeface="Trebuchet MS"/>
                <a:cs typeface="Trebuchet MS"/>
              </a:rPr>
              <a:t>digital</a:t>
            </a:r>
            <a:r>
              <a:rPr sz="3400" b="1" spc="50" dirty="0">
                <a:latin typeface="Trebuchet MS"/>
                <a:cs typeface="Trebuchet MS"/>
              </a:rPr>
              <a:t> </a:t>
            </a:r>
            <a:r>
              <a:rPr sz="3400" b="1" spc="260" dirty="0">
                <a:latin typeface="Trebuchet MS"/>
                <a:cs typeface="Trebuchet MS"/>
              </a:rPr>
              <a:t>solution.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34609" y="0"/>
            <a:ext cx="5553074" cy="82676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0487" y="1043060"/>
            <a:ext cx="17256125" cy="9327515"/>
            <a:chOff x="1030487" y="959933"/>
            <a:chExt cx="17256125" cy="93275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3797" y="1808892"/>
              <a:ext cx="14344649" cy="84781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0487" y="959933"/>
              <a:ext cx="17255525" cy="33108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223359" y="1028700"/>
              <a:ext cx="3032760" cy="991235"/>
            </a:xfrm>
            <a:custGeom>
              <a:avLst/>
              <a:gdLst/>
              <a:ahLst/>
              <a:cxnLst/>
              <a:rect l="l" t="t" r="r" b="b"/>
              <a:pathLst>
                <a:path w="3032759" h="991235">
                  <a:moveTo>
                    <a:pt x="442568" y="226834"/>
                  </a:moveTo>
                  <a:lnTo>
                    <a:pt x="384769" y="226834"/>
                  </a:lnTo>
                  <a:lnTo>
                    <a:pt x="761999" y="0"/>
                  </a:lnTo>
                  <a:lnTo>
                    <a:pt x="819281" y="34471"/>
                  </a:lnTo>
                  <a:lnTo>
                    <a:pt x="762221" y="34471"/>
                  </a:lnTo>
                  <a:lnTo>
                    <a:pt x="442568" y="226834"/>
                  </a:lnTo>
                  <a:close/>
                </a:path>
                <a:path w="3032759" h="991235">
                  <a:moveTo>
                    <a:pt x="1196595" y="226834"/>
                  </a:moveTo>
                  <a:lnTo>
                    <a:pt x="1138934" y="226834"/>
                  </a:lnTo>
                  <a:lnTo>
                    <a:pt x="1516312" y="0"/>
                  </a:lnTo>
                  <a:lnTo>
                    <a:pt x="1573594" y="34471"/>
                  </a:lnTo>
                  <a:lnTo>
                    <a:pt x="1517125" y="34471"/>
                  </a:lnTo>
                  <a:lnTo>
                    <a:pt x="1196595" y="226834"/>
                  </a:lnTo>
                  <a:close/>
                </a:path>
                <a:path w="3032759" h="991235">
                  <a:moveTo>
                    <a:pt x="1951342" y="226834"/>
                  </a:moveTo>
                  <a:lnTo>
                    <a:pt x="1893246" y="226834"/>
                  </a:lnTo>
                  <a:lnTo>
                    <a:pt x="2270699" y="0"/>
                  </a:lnTo>
                  <a:lnTo>
                    <a:pt x="2327981" y="34471"/>
                  </a:lnTo>
                  <a:lnTo>
                    <a:pt x="2270994" y="34471"/>
                  </a:lnTo>
                  <a:lnTo>
                    <a:pt x="1951342" y="226834"/>
                  </a:lnTo>
                  <a:close/>
                </a:path>
                <a:path w="3032759" h="991235">
                  <a:moveTo>
                    <a:pt x="385286" y="261305"/>
                  </a:moveTo>
                  <a:lnTo>
                    <a:pt x="0" y="29895"/>
                  </a:lnTo>
                  <a:lnTo>
                    <a:pt x="15225" y="4576"/>
                  </a:lnTo>
                  <a:lnTo>
                    <a:pt x="384769" y="226834"/>
                  </a:lnTo>
                  <a:lnTo>
                    <a:pt x="442568" y="226834"/>
                  </a:lnTo>
                  <a:lnTo>
                    <a:pt x="385286" y="261305"/>
                  </a:lnTo>
                  <a:close/>
                </a:path>
                <a:path w="3032759" h="991235">
                  <a:moveTo>
                    <a:pt x="2705212" y="226834"/>
                  </a:moveTo>
                  <a:lnTo>
                    <a:pt x="2647633" y="226834"/>
                  </a:lnTo>
                  <a:lnTo>
                    <a:pt x="3017177" y="4576"/>
                  </a:lnTo>
                  <a:lnTo>
                    <a:pt x="3032476" y="29895"/>
                  </a:lnTo>
                  <a:lnTo>
                    <a:pt x="2705212" y="226834"/>
                  </a:lnTo>
                  <a:close/>
                </a:path>
                <a:path w="3032759" h="991235">
                  <a:moveTo>
                    <a:pt x="1139155" y="261305"/>
                  </a:moveTo>
                  <a:lnTo>
                    <a:pt x="762221" y="34471"/>
                  </a:lnTo>
                  <a:lnTo>
                    <a:pt x="819281" y="34471"/>
                  </a:lnTo>
                  <a:lnTo>
                    <a:pt x="1138934" y="226834"/>
                  </a:lnTo>
                  <a:lnTo>
                    <a:pt x="1196595" y="226834"/>
                  </a:lnTo>
                  <a:lnTo>
                    <a:pt x="1139155" y="261305"/>
                  </a:lnTo>
                  <a:close/>
                </a:path>
                <a:path w="3032759" h="991235">
                  <a:moveTo>
                    <a:pt x="1894059" y="261305"/>
                  </a:moveTo>
                  <a:lnTo>
                    <a:pt x="1517125" y="34471"/>
                  </a:lnTo>
                  <a:lnTo>
                    <a:pt x="1573594" y="34471"/>
                  </a:lnTo>
                  <a:lnTo>
                    <a:pt x="1893246" y="226834"/>
                  </a:lnTo>
                  <a:lnTo>
                    <a:pt x="1951342" y="226834"/>
                  </a:lnTo>
                  <a:lnTo>
                    <a:pt x="1894059" y="261305"/>
                  </a:lnTo>
                  <a:close/>
                </a:path>
                <a:path w="3032759" h="991235">
                  <a:moveTo>
                    <a:pt x="2647929" y="261305"/>
                  </a:moveTo>
                  <a:lnTo>
                    <a:pt x="2270994" y="34471"/>
                  </a:lnTo>
                  <a:lnTo>
                    <a:pt x="2327981" y="34471"/>
                  </a:lnTo>
                  <a:lnTo>
                    <a:pt x="2647633" y="226834"/>
                  </a:lnTo>
                  <a:lnTo>
                    <a:pt x="2705212" y="226834"/>
                  </a:lnTo>
                  <a:lnTo>
                    <a:pt x="2647929" y="261305"/>
                  </a:lnTo>
                  <a:close/>
                </a:path>
                <a:path w="3032759" h="991235">
                  <a:moveTo>
                    <a:pt x="442541" y="591333"/>
                  </a:moveTo>
                  <a:lnTo>
                    <a:pt x="386395" y="591333"/>
                  </a:lnTo>
                  <a:lnTo>
                    <a:pt x="763329" y="364499"/>
                  </a:lnTo>
                  <a:lnTo>
                    <a:pt x="821102" y="399266"/>
                  </a:lnTo>
                  <a:lnTo>
                    <a:pt x="761703" y="399266"/>
                  </a:lnTo>
                  <a:lnTo>
                    <a:pt x="442541" y="591333"/>
                  </a:lnTo>
                  <a:close/>
                </a:path>
                <a:path w="3032759" h="991235">
                  <a:moveTo>
                    <a:pt x="1196411" y="591333"/>
                  </a:moveTo>
                  <a:lnTo>
                    <a:pt x="1140264" y="591333"/>
                  </a:lnTo>
                  <a:lnTo>
                    <a:pt x="1517199" y="364499"/>
                  </a:lnTo>
                  <a:lnTo>
                    <a:pt x="1574972" y="399266"/>
                  </a:lnTo>
                  <a:lnTo>
                    <a:pt x="1515573" y="399266"/>
                  </a:lnTo>
                  <a:lnTo>
                    <a:pt x="1196411" y="591333"/>
                  </a:lnTo>
                  <a:close/>
                </a:path>
                <a:path w="3032759" h="991235">
                  <a:moveTo>
                    <a:pt x="1950473" y="591333"/>
                  </a:moveTo>
                  <a:lnTo>
                    <a:pt x="1894133" y="591333"/>
                  </a:lnTo>
                  <a:lnTo>
                    <a:pt x="2271068" y="364499"/>
                  </a:lnTo>
                  <a:lnTo>
                    <a:pt x="2328841" y="399266"/>
                  </a:lnTo>
                  <a:lnTo>
                    <a:pt x="2270699" y="399266"/>
                  </a:lnTo>
                  <a:lnTo>
                    <a:pt x="1950473" y="591333"/>
                  </a:lnTo>
                  <a:close/>
                </a:path>
                <a:path w="3032759" h="991235">
                  <a:moveTo>
                    <a:pt x="384769" y="626100"/>
                  </a:moveTo>
                  <a:lnTo>
                    <a:pt x="0" y="394689"/>
                  </a:lnTo>
                  <a:lnTo>
                    <a:pt x="15225" y="369076"/>
                  </a:lnTo>
                  <a:lnTo>
                    <a:pt x="386395" y="591333"/>
                  </a:lnTo>
                  <a:lnTo>
                    <a:pt x="442541" y="591333"/>
                  </a:lnTo>
                  <a:lnTo>
                    <a:pt x="384769" y="626100"/>
                  </a:lnTo>
                  <a:close/>
                </a:path>
                <a:path w="3032759" h="991235">
                  <a:moveTo>
                    <a:pt x="2705463" y="591333"/>
                  </a:moveTo>
                  <a:lnTo>
                    <a:pt x="2648003" y="591333"/>
                  </a:lnTo>
                  <a:lnTo>
                    <a:pt x="3017547" y="369076"/>
                  </a:lnTo>
                  <a:lnTo>
                    <a:pt x="3032550" y="394689"/>
                  </a:lnTo>
                  <a:lnTo>
                    <a:pt x="2705463" y="591333"/>
                  </a:lnTo>
                  <a:close/>
                </a:path>
                <a:path w="3032759" h="991235">
                  <a:moveTo>
                    <a:pt x="1138638" y="626100"/>
                  </a:moveTo>
                  <a:lnTo>
                    <a:pt x="761703" y="399266"/>
                  </a:lnTo>
                  <a:lnTo>
                    <a:pt x="821102" y="399266"/>
                  </a:lnTo>
                  <a:lnTo>
                    <a:pt x="1140264" y="591333"/>
                  </a:lnTo>
                  <a:lnTo>
                    <a:pt x="1196411" y="591333"/>
                  </a:lnTo>
                  <a:lnTo>
                    <a:pt x="1138638" y="626100"/>
                  </a:lnTo>
                  <a:close/>
                </a:path>
                <a:path w="3032759" h="991235">
                  <a:moveTo>
                    <a:pt x="1892507" y="626100"/>
                  </a:moveTo>
                  <a:lnTo>
                    <a:pt x="1515573" y="399266"/>
                  </a:lnTo>
                  <a:lnTo>
                    <a:pt x="1574972" y="399266"/>
                  </a:lnTo>
                  <a:lnTo>
                    <a:pt x="1894133" y="591333"/>
                  </a:lnTo>
                  <a:lnTo>
                    <a:pt x="1950473" y="591333"/>
                  </a:lnTo>
                  <a:lnTo>
                    <a:pt x="1892507" y="626100"/>
                  </a:lnTo>
                  <a:close/>
                </a:path>
                <a:path w="3032759" h="991235">
                  <a:moveTo>
                    <a:pt x="2647633" y="626100"/>
                  </a:moveTo>
                  <a:lnTo>
                    <a:pt x="2270698" y="399266"/>
                  </a:lnTo>
                  <a:lnTo>
                    <a:pt x="2328841" y="399266"/>
                  </a:lnTo>
                  <a:lnTo>
                    <a:pt x="2648003" y="591333"/>
                  </a:lnTo>
                  <a:lnTo>
                    <a:pt x="2705463" y="591333"/>
                  </a:lnTo>
                  <a:lnTo>
                    <a:pt x="2647633" y="626100"/>
                  </a:lnTo>
                  <a:close/>
                </a:path>
                <a:path w="3032759" h="991235">
                  <a:moveTo>
                    <a:pt x="442051" y="956423"/>
                  </a:moveTo>
                  <a:lnTo>
                    <a:pt x="386099" y="956423"/>
                  </a:lnTo>
                  <a:lnTo>
                    <a:pt x="763034" y="729589"/>
                  </a:lnTo>
                  <a:lnTo>
                    <a:pt x="820316" y="764061"/>
                  </a:lnTo>
                  <a:lnTo>
                    <a:pt x="761703" y="764061"/>
                  </a:lnTo>
                  <a:lnTo>
                    <a:pt x="442051" y="956423"/>
                  </a:lnTo>
                  <a:close/>
                </a:path>
                <a:path w="3032759" h="991235">
                  <a:moveTo>
                    <a:pt x="1195920" y="956423"/>
                  </a:moveTo>
                  <a:lnTo>
                    <a:pt x="1139968" y="956423"/>
                  </a:lnTo>
                  <a:lnTo>
                    <a:pt x="1516903" y="729589"/>
                  </a:lnTo>
                  <a:lnTo>
                    <a:pt x="1574185" y="764061"/>
                  </a:lnTo>
                  <a:lnTo>
                    <a:pt x="1515573" y="764061"/>
                  </a:lnTo>
                  <a:lnTo>
                    <a:pt x="1195920" y="956423"/>
                  </a:lnTo>
                  <a:close/>
                </a:path>
                <a:path w="3032759" h="991235">
                  <a:moveTo>
                    <a:pt x="1949981" y="956423"/>
                  </a:moveTo>
                  <a:lnTo>
                    <a:pt x="1893838" y="956423"/>
                  </a:lnTo>
                  <a:lnTo>
                    <a:pt x="2270772" y="729589"/>
                  </a:lnTo>
                  <a:lnTo>
                    <a:pt x="2328054" y="764061"/>
                  </a:lnTo>
                  <a:lnTo>
                    <a:pt x="2270699" y="764061"/>
                  </a:lnTo>
                  <a:lnTo>
                    <a:pt x="1949981" y="956423"/>
                  </a:lnTo>
                  <a:close/>
                </a:path>
                <a:path w="3032759" h="991235">
                  <a:moveTo>
                    <a:pt x="384769" y="990895"/>
                  </a:moveTo>
                  <a:lnTo>
                    <a:pt x="0" y="759484"/>
                  </a:lnTo>
                  <a:lnTo>
                    <a:pt x="16555" y="734166"/>
                  </a:lnTo>
                  <a:lnTo>
                    <a:pt x="386099" y="956423"/>
                  </a:lnTo>
                  <a:lnTo>
                    <a:pt x="442051" y="956423"/>
                  </a:lnTo>
                  <a:lnTo>
                    <a:pt x="384769" y="990895"/>
                  </a:lnTo>
                  <a:close/>
                </a:path>
                <a:path w="3032759" h="991235">
                  <a:moveTo>
                    <a:pt x="2704972" y="956423"/>
                  </a:moveTo>
                  <a:lnTo>
                    <a:pt x="2647707" y="956423"/>
                  </a:lnTo>
                  <a:lnTo>
                    <a:pt x="3017251" y="734166"/>
                  </a:lnTo>
                  <a:lnTo>
                    <a:pt x="3032550" y="759484"/>
                  </a:lnTo>
                  <a:lnTo>
                    <a:pt x="2704972" y="956423"/>
                  </a:lnTo>
                  <a:close/>
                </a:path>
                <a:path w="3032759" h="991235">
                  <a:moveTo>
                    <a:pt x="1138638" y="990895"/>
                  </a:moveTo>
                  <a:lnTo>
                    <a:pt x="761703" y="764061"/>
                  </a:lnTo>
                  <a:lnTo>
                    <a:pt x="820316" y="764061"/>
                  </a:lnTo>
                  <a:lnTo>
                    <a:pt x="1139968" y="956423"/>
                  </a:lnTo>
                  <a:lnTo>
                    <a:pt x="1195920" y="956423"/>
                  </a:lnTo>
                  <a:lnTo>
                    <a:pt x="1138638" y="990895"/>
                  </a:lnTo>
                  <a:close/>
                </a:path>
                <a:path w="3032759" h="991235">
                  <a:moveTo>
                    <a:pt x="1892507" y="990895"/>
                  </a:moveTo>
                  <a:lnTo>
                    <a:pt x="1515573" y="764061"/>
                  </a:lnTo>
                  <a:lnTo>
                    <a:pt x="1574185" y="764061"/>
                  </a:lnTo>
                  <a:lnTo>
                    <a:pt x="1893838" y="956423"/>
                  </a:lnTo>
                  <a:lnTo>
                    <a:pt x="1949981" y="956423"/>
                  </a:lnTo>
                  <a:lnTo>
                    <a:pt x="1892507" y="990895"/>
                  </a:lnTo>
                  <a:close/>
                </a:path>
                <a:path w="3032759" h="991235">
                  <a:moveTo>
                    <a:pt x="2647633" y="990895"/>
                  </a:moveTo>
                  <a:lnTo>
                    <a:pt x="2270699" y="764061"/>
                  </a:lnTo>
                  <a:lnTo>
                    <a:pt x="2328054" y="764061"/>
                  </a:lnTo>
                  <a:lnTo>
                    <a:pt x="2647707" y="956423"/>
                  </a:lnTo>
                  <a:lnTo>
                    <a:pt x="2704972" y="956423"/>
                  </a:lnTo>
                  <a:lnTo>
                    <a:pt x="2647633" y="990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6169" y="2964487"/>
              <a:ext cx="190500" cy="190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6169" y="4450387"/>
              <a:ext cx="190500" cy="1904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6169" y="5936287"/>
              <a:ext cx="190500" cy="1904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6169" y="7422187"/>
              <a:ext cx="190500" cy="19049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25583" rIns="0" bIns="0" rtlCol="0">
            <a:spAutoFit/>
          </a:bodyPr>
          <a:lstStyle/>
          <a:p>
            <a:pPr marL="290830" marR="5080">
              <a:lnSpc>
                <a:spcPct val="116100"/>
              </a:lnSpc>
              <a:spcBef>
                <a:spcPts val="95"/>
              </a:spcBef>
            </a:pPr>
            <a:r>
              <a:rPr spc="80" dirty="0"/>
              <a:t>Develop</a:t>
            </a:r>
            <a:r>
              <a:rPr spc="-204" dirty="0"/>
              <a:t> </a:t>
            </a:r>
            <a:r>
              <a:rPr spc="509" dirty="0"/>
              <a:t>a</a:t>
            </a:r>
            <a:r>
              <a:rPr spc="-200" dirty="0"/>
              <a:t> </a:t>
            </a:r>
            <a:r>
              <a:rPr spc="135" dirty="0"/>
              <a:t>secure</a:t>
            </a:r>
            <a:r>
              <a:rPr spc="-200" dirty="0"/>
              <a:t> </a:t>
            </a:r>
            <a:r>
              <a:rPr spc="120" dirty="0"/>
              <a:t>web-</a:t>
            </a:r>
            <a:r>
              <a:rPr spc="229" dirty="0"/>
              <a:t>based</a:t>
            </a:r>
            <a:r>
              <a:rPr spc="-204" dirty="0"/>
              <a:t> </a:t>
            </a:r>
            <a:r>
              <a:rPr spc="135" dirty="0"/>
              <a:t>system</a:t>
            </a:r>
            <a:r>
              <a:rPr spc="-200" dirty="0"/>
              <a:t> </a:t>
            </a:r>
            <a:r>
              <a:rPr dirty="0"/>
              <a:t>with</a:t>
            </a:r>
            <a:r>
              <a:rPr spc="-200" dirty="0"/>
              <a:t> </a:t>
            </a:r>
            <a:r>
              <a:rPr spc="155" dirty="0"/>
              <a:t>email</a:t>
            </a:r>
            <a:r>
              <a:rPr spc="-200" dirty="0"/>
              <a:t> </a:t>
            </a:r>
            <a:r>
              <a:rPr spc="220" dirty="0"/>
              <a:t>and </a:t>
            </a:r>
            <a:r>
              <a:rPr spc="130" dirty="0"/>
              <a:t>password</a:t>
            </a:r>
            <a:r>
              <a:rPr spc="-180" dirty="0"/>
              <a:t> </a:t>
            </a:r>
            <a:r>
              <a:rPr spc="50" dirty="0"/>
              <a:t>authentication.</a:t>
            </a:r>
          </a:p>
          <a:p>
            <a:pPr marL="290830" marR="617220">
              <a:lnSpc>
                <a:spcPts val="5850"/>
              </a:lnSpc>
              <a:spcBef>
                <a:spcPts val="330"/>
              </a:spcBef>
            </a:pPr>
            <a:r>
              <a:rPr spc="165" dirty="0"/>
              <a:t>Send</a:t>
            </a:r>
            <a:r>
              <a:rPr spc="-145" dirty="0"/>
              <a:t> </a:t>
            </a:r>
            <a:r>
              <a:rPr spc="155" dirty="0"/>
              <a:t>email</a:t>
            </a:r>
            <a:r>
              <a:rPr spc="-140" dirty="0"/>
              <a:t> </a:t>
            </a:r>
            <a:r>
              <a:rPr dirty="0"/>
              <a:t>notifications</a:t>
            </a:r>
            <a:r>
              <a:rPr spc="-145" dirty="0"/>
              <a:t> </a:t>
            </a:r>
            <a:r>
              <a:rPr dirty="0"/>
              <a:t>to</a:t>
            </a:r>
            <a:r>
              <a:rPr spc="-140" dirty="0"/>
              <a:t> </a:t>
            </a:r>
            <a:r>
              <a:rPr spc="60" dirty="0"/>
              <a:t>students</a:t>
            </a:r>
            <a:r>
              <a:rPr spc="-145" dirty="0"/>
              <a:t> </a:t>
            </a:r>
            <a:r>
              <a:rPr spc="75" dirty="0"/>
              <a:t>on</a:t>
            </a:r>
            <a:r>
              <a:rPr spc="-140" dirty="0"/>
              <a:t> </a:t>
            </a:r>
            <a:r>
              <a:rPr spc="130" dirty="0"/>
              <a:t>every</a:t>
            </a:r>
            <a:r>
              <a:rPr spc="-145" dirty="0"/>
              <a:t> </a:t>
            </a:r>
            <a:r>
              <a:rPr spc="-10" dirty="0"/>
              <a:t>login </a:t>
            </a:r>
            <a:r>
              <a:rPr spc="75" dirty="0"/>
              <a:t>attempt.</a:t>
            </a:r>
          </a:p>
          <a:p>
            <a:pPr marL="290830" marR="1718310">
              <a:lnSpc>
                <a:spcPts val="5850"/>
              </a:lnSpc>
            </a:pPr>
            <a:r>
              <a:rPr spc="-20" dirty="0"/>
              <a:t>Allow</a:t>
            </a:r>
            <a:r>
              <a:rPr spc="-185" dirty="0"/>
              <a:t> </a:t>
            </a:r>
            <a:r>
              <a:rPr spc="60" dirty="0"/>
              <a:t>students</a:t>
            </a:r>
            <a:r>
              <a:rPr spc="-185" dirty="0"/>
              <a:t> </a:t>
            </a:r>
            <a:r>
              <a:rPr dirty="0"/>
              <a:t>to</a:t>
            </a:r>
            <a:r>
              <a:rPr spc="-185" dirty="0"/>
              <a:t> </a:t>
            </a:r>
            <a:r>
              <a:rPr spc="135" dirty="0"/>
              <a:t>upload</a:t>
            </a:r>
            <a:r>
              <a:rPr spc="-185" dirty="0"/>
              <a:t> </a:t>
            </a:r>
            <a:r>
              <a:rPr spc="245" dirty="0"/>
              <a:t>and</a:t>
            </a:r>
            <a:r>
              <a:rPr spc="-185" dirty="0"/>
              <a:t> </a:t>
            </a:r>
            <a:r>
              <a:rPr spc="315" dirty="0"/>
              <a:t>manage</a:t>
            </a:r>
            <a:r>
              <a:rPr spc="-185" dirty="0"/>
              <a:t> </a:t>
            </a:r>
            <a:r>
              <a:rPr dirty="0"/>
              <a:t>all</a:t>
            </a:r>
            <a:r>
              <a:rPr spc="-185" dirty="0"/>
              <a:t> </a:t>
            </a:r>
            <a:r>
              <a:rPr spc="-10" dirty="0"/>
              <a:t>their </a:t>
            </a:r>
            <a:r>
              <a:rPr spc="85" dirty="0"/>
              <a:t>important</a:t>
            </a:r>
            <a:r>
              <a:rPr spc="-204" dirty="0"/>
              <a:t> </a:t>
            </a:r>
            <a:r>
              <a:rPr spc="80" dirty="0"/>
              <a:t>documents.</a:t>
            </a:r>
          </a:p>
          <a:p>
            <a:pPr marL="290830" marR="2037080">
              <a:lnSpc>
                <a:spcPts val="5850"/>
              </a:lnSpc>
            </a:pPr>
            <a:r>
              <a:rPr spc="160" dirty="0"/>
              <a:t>Generate</a:t>
            </a:r>
            <a:r>
              <a:rPr spc="-210" dirty="0"/>
              <a:t> </a:t>
            </a:r>
            <a:r>
              <a:rPr spc="509" dirty="0"/>
              <a:t>a</a:t>
            </a:r>
            <a:r>
              <a:rPr spc="-204" dirty="0"/>
              <a:t> </a:t>
            </a:r>
            <a:r>
              <a:rPr spc="-65" dirty="0"/>
              <a:t>SHA-</a:t>
            </a:r>
            <a:r>
              <a:rPr spc="-85" dirty="0"/>
              <a:t>256</a:t>
            </a:r>
            <a:r>
              <a:rPr spc="-204" dirty="0"/>
              <a:t> </a:t>
            </a:r>
            <a:r>
              <a:rPr spc="160" dirty="0"/>
              <a:t>hash</a:t>
            </a:r>
            <a:r>
              <a:rPr spc="-210" dirty="0"/>
              <a:t> </a:t>
            </a:r>
            <a:r>
              <a:rPr spc="-65" dirty="0"/>
              <a:t>for</a:t>
            </a:r>
            <a:r>
              <a:rPr spc="-204" dirty="0"/>
              <a:t> </a:t>
            </a:r>
            <a:r>
              <a:rPr spc="295" dirty="0"/>
              <a:t>each</a:t>
            </a:r>
            <a:r>
              <a:rPr spc="-204" dirty="0"/>
              <a:t> </a:t>
            </a:r>
            <a:r>
              <a:rPr spc="145" dirty="0"/>
              <a:t>uploaded </a:t>
            </a:r>
            <a:r>
              <a:rPr spc="85" dirty="0"/>
              <a:t>document.</a:t>
            </a: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689161" y="626063"/>
            <a:ext cx="10265390" cy="1476999"/>
          </a:xfrm>
          <a:prstGeom prst="rect">
            <a:avLst/>
          </a:prstGeom>
        </p:spPr>
        <p:txBody>
          <a:bodyPr vert="horz" wrap="square" lIns="0" tIns="456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6600" dirty="0">
                <a:latin typeface="Algerian" panose="04020705040A02060702" pitchFamily="82" charset="0"/>
              </a:rPr>
              <a:t>Proposed Solution</a:t>
            </a:r>
            <a:endParaRPr sz="66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4799" y="638181"/>
            <a:ext cx="2388235" cy="781685"/>
          </a:xfrm>
          <a:custGeom>
            <a:avLst/>
            <a:gdLst/>
            <a:ahLst/>
            <a:cxnLst/>
            <a:rect l="l" t="t" r="r" b="b"/>
            <a:pathLst>
              <a:path w="2388235" h="781685">
                <a:moveTo>
                  <a:pt x="348526" y="178849"/>
                </a:moveTo>
                <a:lnTo>
                  <a:pt x="303008" y="178849"/>
                </a:lnTo>
                <a:lnTo>
                  <a:pt x="600081" y="0"/>
                </a:lnTo>
                <a:lnTo>
                  <a:pt x="645191" y="27179"/>
                </a:lnTo>
                <a:lnTo>
                  <a:pt x="600255" y="27179"/>
                </a:lnTo>
                <a:lnTo>
                  <a:pt x="348526" y="178849"/>
                </a:lnTo>
                <a:close/>
              </a:path>
              <a:path w="2388235" h="781685">
                <a:moveTo>
                  <a:pt x="942329" y="178849"/>
                </a:moveTo>
                <a:lnTo>
                  <a:pt x="896920" y="178849"/>
                </a:lnTo>
                <a:lnTo>
                  <a:pt x="1194109" y="0"/>
                </a:lnTo>
                <a:lnTo>
                  <a:pt x="1239219" y="27179"/>
                </a:lnTo>
                <a:lnTo>
                  <a:pt x="1194749" y="27179"/>
                </a:lnTo>
                <a:lnTo>
                  <a:pt x="942329" y="178849"/>
                </a:lnTo>
                <a:close/>
              </a:path>
              <a:path w="2388235" h="781685">
                <a:moveTo>
                  <a:pt x="1536698" y="178849"/>
                </a:moveTo>
                <a:lnTo>
                  <a:pt x="1490948" y="178849"/>
                </a:lnTo>
                <a:lnTo>
                  <a:pt x="1788195" y="0"/>
                </a:lnTo>
                <a:lnTo>
                  <a:pt x="1833305" y="27179"/>
                </a:lnTo>
                <a:lnTo>
                  <a:pt x="1788427" y="27179"/>
                </a:lnTo>
                <a:lnTo>
                  <a:pt x="1536698" y="178849"/>
                </a:lnTo>
                <a:close/>
              </a:path>
              <a:path w="2388235" h="781685">
                <a:moveTo>
                  <a:pt x="303416" y="206029"/>
                </a:moveTo>
                <a:lnTo>
                  <a:pt x="0" y="23571"/>
                </a:lnTo>
                <a:lnTo>
                  <a:pt x="11989" y="3608"/>
                </a:lnTo>
                <a:lnTo>
                  <a:pt x="303008" y="178849"/>
                </a:lnTo>
                <a:lnTo>
                  <a:pt x="348526" y="178849"/>
                </a:lnTo>
                <a:lnTo>
                  <a:pt x="303416" y="206029"/>
                </a:lnTo>
                <a:close/>
              </a:path>
              <a:path w="2388235" h="781685">
                <a:moveTo>
                  <a:pt x="2130378" y="178849"/>
                </a:moveTo>
                <a:lnTo>
                  <a:pt x="2085034" y="178849"/>
                </a:lnTo>
                <a:lnTo>
                  <a:pt x="2376053" y="3608"/>
                </a:lnTo>
                <a:lnTo>
                  <a:pt x="2388101" y="23571"/>
                </a:lnTo>
                <a:lnTo>
                  <a:pt x="2130378" y="178849"/>
                </a:lnTo>
                <a:close/>
              </a:path>
              <a:path w="2388235" h="781685">
                <a:moveTo>
                  <a:pt x="897095" y="206029"/>
                </a:moveTo>
                <a:lnTo>
                  <a:pt x="600255" y="27179"/>
                </a:lnTo>
                <a:lnTo>
                  <a:pt x="645191" y="27179"/>
                </a:lnTo>
                <a:lnTo>
                  <a:pt x="896920" y="178849"/>
                </a:lnTo>
                <a:lnTo>
                  <a:pt x="942329" y="178849"/>
                </a:lnTo>
                <a:lnTo>
                  <a:pt x="897095" y="206029"/>
                </a:lnTo>
                <a:close/>
              </a:path>
              <a:path w="2388235" h="781685">
                <a:moveTo>
                  <a:pt x="1491588" y="206029"/>
                </a:moveTo>
                <a:lnTo>
                  <a:pt x="1194749" y="27179"/>
                </a:lnTo>
                <a:lnTo>
                  <a:pt x="1239219" y="27179"/>
                </a:lnTo>
                <a:lnTo>
                  <a:pt x="1490948" y="178849"/>
                </a:lnTo>
                <a:lnTo>
                  <a:pt x="1536698" y="178849"/>
                </a:lnTo>
                <a:lnTo>
                  <a:pt x="1491588" y="206029"/>
                </a:lnTo>
                <a:close/>
              </a:path>
              <a:path w="2388235" h="781685">
                <a:moveTo>
                  <a:pt x="2085267" y="206029"/>
                </a:moveTo>
                <a:lnTo>
                  <a:pt x="1788427" y="27179"/>
                </a:lnTo>
                <a:lnTo>
                  <a:pt x="1833305" y="27179"/>
                </a:lnTo>
                <a:lnTo>
                  <a:pt x="2085034" y="178849"/>
                </a:lnTo>
                <a:lnTo>
                  <a:pt x="2130378" y="178849"/>
                </a:lnTo>
                <a:lnTo>
                  <a:pt x="2085267" y="206029"/>
                </a:lnTo>
                <a:close/>
              </a:path>
              <a:path w="2388235" h="781685">
                <a:moveTo>
                  <a:pt x="348505" y="466243"/>
                </a:moveTo>
                <a:lnTo>
                  <a:pt x="304289" y="466243"/>
                </a:lnTo>
                <a:lnTo>
                  <a:pt x="601128" y="287393"/>
                </a:lnTo>
                <a:lnTo>
                  <a:pt x="646625" y="314806"/>
                </a:lnTo>
                <a:lnTo>
                  <a:pt x="599848" y="314806"/>
                </a:lnTo>
                <a:lnTo>
                  <a:pt x="348505" y="466243"/>
                </a:lnTo>
                <a:close/>
              </a:path>
              <a:path w="2388235" h="781685">
                <a:moveTo>
                  <a:pt x="942184" y="466243"/>
                </a:moveTo>
                <a:lnTo>
                  <a:pt x="897968" y="466243"/>
                </a:lnTo>
                <a:lnTo>
                  <a:pt x="1194807" y="287393"/>
                </a:lnTo>
                <a:lnTo>
                  <a:pt x="1240304" y="314806"/>
                </a:lnTo>
                <a:lnTo>
                  <a:pt x="1193527" y="314806"/>
                </a:lnTo>
                <a:lnTo>
                  <a:pt x="942184" y="466243"/>
                </a:lnTo>
                <a:close/>
              </a:path>
              <a:path w="2388235" h="781685">
                <a:moveTo>
                  <a:pt x="1536014" y="466243"/>
                </a:moveTo>
                <a:lnTo>
                  <a:pt x="1491646" y="466243"/>
                </a:lnTo>
                <a:lnTo>
                  <a:pt x="1788486" y="287393"/>
                </a:lnTo>
                <a:lnTo>
                  <a:pt x="1833982" y="314806"/>
                </a:lnTo>
                <a:lnTo>
                  <a:pt x="1788195" y="314806"/>
                </a:lnTo>
                <a:lnTo>
                  <a:pt x="1536014" y="466243"/>
                </a:lnTo>
                <a:close/>
              </a:path>
              <a:path w="2388235" h="781685">
                <a:moveTo>
                  <a:pt x="303008" y="493656"/>
                </a:moveTo>
                <a:lnTo>
                  <a:pt x="0" y="311197"/>
                </a:lnTo>
                <a:lnTo>
                  <a:pt x="11989" y="291002"/>
                </a:lnTo>
                <a:lnTo>
                  <a:pt x="304289" y="466243"/>
                </a:lnTo>
                <a:lnTo>
                  <a:pt x="348505" y="466243"/>
                </a:lnTo>
                <a:lnTo>
                  <a:pt x="303008" y="493656"/>
                </a:lnTo>
                <a:close/>
              </a:path>
              <a:path w="2388235" h="781685">
                <a:moveTo>
                  <a:pt x="2130575" y="466243"/>
                </a:moveTo>
                <a:lnTo>
                  <a:pt x="2085325" y="466243"/>
                </a:lnTo>
                <a:lnTo>
                  <a:pt x="2376344" y="291002"/>
                </a:lnTo>
                <a:lnTo>
                  <a:pt x="2388159" y="311197"/>
                </a:lnTo>
                <a:lnTo>
                  <a:pt x="2130575" y="466243"/>
                </a:lnTo>
                <a:close/>
              </a:path>
              <a:path w="2388235" h="781685">
                <a:moveTo>
                  <a:pt x="896687" y="493656"/>
                </a:moveTo>
                <a:lnTo>
                  <a:pt x="599848" y="314806"/>
                </a:lnTo>
                <a:lnTo>
                  <a:pt x="646625" y="314806"/>
                </a:lnTo>
                <a:lnTo>
                  <a:pt x="897968" y="466243"/>
                </a:lnTo>
                <a:lnTo>
                  <a:pt x="942184" y="466243"/>
                </a:lnTo>
                <a:lnTo>
                  <a:pt x="896687" y="493656"/>
                </a:lnTo>
                <a:close/>
              </a:path>
              <a:path w="2388235" h="781685">
                <a:moveTo>
                  <a:pt x="1490366" y="493656"/>
                </a:moveTo>
                <a:lnTo>
                  <a:pt x="1193527" y="314806"/>
                </a:lnTo>
                <a:lnTo>
                  <a:pt x="1240304" y="314806"/>
                </a:lnTo>
                <a:lnTo>
                  <a:pt x="1491646" y="466243"/>
                </a:lnTo>
                <a:lnTo>
                  <a:pt x="1536014" y="466243"/>
                </a:lnTo>
                <a:lnTo>
                  <a:pt x="1490366" y="493656"/>
                </a:lnTo>
                <a:close/>
              </a:path>
              <a:path w="2388235" h="781685">
                <a:moveTo>
                  <a:pt x="2085034" y="493656"/>
                </a:moveTo>
                <a:lnTo>
                  <a:pt x="1788195" y="314806"/>
                </a:lnTo>
                <a:lnTo>
                  <a:pt x="1833982" y="314806"/>
                </a:lnTo>
                <a:lnTo>
                  <a:pt x="2085325" y="466243"/>
                </a:lnTo>
                <a:lnTo>
                  <a:pt x="2130575" y="466243"/>
                </a:lnTo>
                <a:lnTo>
                  <a:pt x="2085034" y="493656"/>
                </a:lnTo>
                <a:close/>
              </a:path>
              <a:path w="2388235" h="781685">
                <a:moveTo>
                  <a:pt x="348119" y="754103"/>
                </a:moveTo>
                <a:lnTo>
                  <a:pt x="304056" y="754103"/>
                </a:lnTo>
                <a:lnTo>
                  <a:pt x="600895" y="575253"/>
                </a:lnTo>
                <a:lnTo>
                  <a:pt x="646006" y="602432"/>
                </a:lnTo>
                <a:lnTo>
                  <a:pt x="599848" y="602432"/>
                </a:lnTo>
                <a:lnTo>
                  <a:pt x="348119" y="754103"/>
                </a:lnTo>
                <a:close/>
              </a:path>
              <a:path w="2388235" h="781685">
                <a:moveTo>
                  <a:pt x="941797" y="754103"/>
                </a:moveTo>
                <a:lnTo>
                  <a:pt x="897735" y="754103"/>
                </a:lnTo>
                <a:lnTo>
                  <a:pt x="1194574" y="575253"/>
                </a:lnTo>
                <a:lnTo>
                  <a:pt x="1239684" y="602432"/>
                </a:lnTo>
                <a:lnTo>
                  <a:pt x="1193527" y="602432"/>
                </a:lnTo>
                <a:lnTo>
                  <a:pt x="941797" y="754103"/>
                </a:lnTo>
                <a:close/>
              </a:path>
              <a:path w="2388235" h="781685">
                <a:moveTo>
                  <a:pt x="1535627" y="754103"/>
                </a:moveTo>
                <a:lnTo>
                  <a:pt x="1491413" y="754103"/>
                </a:lnTo>
                <a:lnTo>
                  <a:pt x="1788253" y="575253"/>
                </a:lnTo>
                <a:lnTo>
                  <a:pt x="1833363" y="602432"/>
                </a:lnTo>
                <a:lnTo>
                  <a:pt x="1788195" y="602432"/>
                </a:lnTo>
                <a:lnTo>
                  <a:pt x="1535627" y="754103"/>
                </a:lnTo>
                <a:close/>
              </a:path>
              <a:path w="2388235" h="781685">
                <a:moveTo>
                  <a:pt x="303008" y="781282"/>
                </a:moveTo>
                <a:lnTo>
                  <a:pt x="0" y="598824"/>
                </a:lnTo>
                <a:lnTo>
                  <a:pt x="13037" y="578861"/>
                </a:lnTo>
                <a:lnTo>
                  <a:pt x="304056" y="754103"/>
                </a:lnTo>
                <a:lnTo>
                  <a:pt x="348119" y="754103"/>
                </a:lnTo>
                <a:lnTo>
                  <a:pt x="303008" y="781282"/>
                </a:lnTo>
                <a:close/>
              </a:path>
              <a:path w="2388235" h="781685">
                <a:moveTo>
                  <a:pt x="2130189" y="754103"/>
                </a:moveTo>
                <a:lnTo>
                  <a:pt x="2085092" y="754103"/>
                </a:lnTo>
                <a:lnTo>
                  <a:pt x="2376111" y="578861"/>
                </a:lnTo>
                <a:lnTo>
                  <a:pt x="2388159" y="598824"/>
                </a:lnTo>
                <a:lnTo>
                  <a:pt x="2130189" y="754103"/>
                </a:lnTo>
                <a:close/>
              </a:path>
              <a:path w="2388235" h="781685">
                <a:moveTo>
                  <a:pt x="896687" y="781282"/>
                </a:moveTo>
                <a:lnTo>
                  <a:pt x="599848" y="602432"/>
                </a:lnTo>
                <a:lnTo>
                  <a:pt x="646006" y="602432"/>
                </a:lnTo>
                <a:lnTo>
                  <a:pt x="897735" y="754103"/>
                </a:lnTo>
                <a:lnTo>
                  <a:pt x="941797" y="754103"/>
                </a:lnTo>
                <a:lnTo>
                  <a:pt x="896687" y="781282"/>
                </a:lnTo>
                <a:close/>
              </a:path>
              <a:path w="2388235" h="781685">
                <a:moveTo>
                  <a:pt x="1490366" y="781282"/>
                </a:moveTo>
                <a:lnTo>
                  <a:pt x="1193526" y="602432"/>
                </a:lnTo>
                <a:lnTo>
                  <a:pt x="1239684" y="602432"/>
                </a:lnTo>
                <a:lnTo>
                  <a:pt x="1491413" y="754103"/>
                </a:lnTo>
                <a:lnTo>
                  <a:pt x="1535627" y="754103"/>
                </a:lnTo>
                <a:lnTo>
                  <a:pt x="1490366" y="781282"/>
                </a:lnTo>
                <a:close/>
              </a:path>
              <a:path w="2388235" h="781685">
                <a:moveTo>
                  <a:pt x="2085034" y="781282"/>
                </a:moveTo>
                <a:lnTo>
                  <a:pt x="1788195" y="602432"/>
                </a:lnTo>
                <a:lnTo>
                  <a:pt x="1833363" y="602432"/>
                </a:lnTo>
                <a:lnTo>
                  <a:pt x="2085092" y="754103"/>
                </a:lnTo>
                <a:lnTo>
                  <a:pt x="2130189" y="754103"/>
                </a:lnTo>
                <a:lnTo>
                  <a:pt x="2085034" y="7812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335034"/>
            <a:ext cx="16525874" cy="72675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402252" y="676281"/>
            <a:ext cx="13133353" cy="93743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0">
              <a:lnSpc>
                <a:spcPct val="100000"/>
              </a:lnSpc>
              <a:spcBef>
                <a:spcPts val="110"/>
              </a:spcBef>
            </a:pPr>
            <a:r>
              <a:rPr lang="en-US" sz="6000" dirty="0">
                <a:latin typeface="Algerian" panose="04020705040A02060702" pitchFamily="82" charset="0"/>
              </a:rPr>
              <a:t>System Architecture</a:t>
            </a:r>
            <a:endParaRPr sz="60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741498"/>
            <a:ext cx="9334500" cy="3545840"/>
            <a:chOff x="0" y="6741498"/>
            <a:chExt cx="9334500" cy="3545840"/>
          </a:xfrm>
        </p:grpSpPr>
        <p:sp>
          <p:nvSpPr>
            <p:cNvPr id="3" name="object 3"/>
            <p:cNvSpPr/>
            <p:nvPr/>
          </p:nvSpPr>
          <p:spPr>
            <a:xfrm>
              <a:off x="0" y="6741504"/>
              <a:ext cx="9334500" cy="3545840"/>
            </a:xfrm>
            <a:custGeom>
              <a:avLst/>
              <a:gdLst/>
              <a:ahLst/>
              <a:cxnLst/>
              <a:rect l="l" t="t" r="r" b="b"/>
              <a:pathLst>
                <a:path w="9334500" h="3545840">
                  <a:moveTo>
                    <a:pt x="7273401" y="3545496"/>
                  </a:moveTo>
                  <a:lnTo>
                    <a:pt x="0" y="3545496"/>
                  </a:lnTo>
                  <a:lnTo>
                    <a:pt x="0" y="0"/>
                  </a:lnTo>
                  <a:lnTo>
                    <a:pt x="30402" y="29695"/>
                  </a:lnTo>
                  <a:lnTo>
                    <a:pt x="61081" y="74238"/>
                  </a:lnTo>
                  <a:lnTo>
                    <a:pt x="92036" y="118782"/>
                  </a:lnTo>
                  <a:lnTo>
                    <a:pt x="123267" y="148477"/>
                  </a:lnTo>
                  <a:lnTo>
                    <a:pt x="154772" y="193020"/>
                  </a:lnTo>
                  <a:lnTo>
                    <a:pt x="186550" y="222716"/>
                  </a:lnTo>
                  <a:lnTo>
                    <a:pt x="218601" y="267259"/>
                  </a:lnTo>
                  <a:lnTo>
                    <a:pt x="250923" y="311803"/>
                  </a:lnTo>
                  <a:lnTo>
                    <a:pt x="283515" y="341498"/>
                  </a:lnTo>
                  <a:lnTo>
                    <a:pt x="316376" y="386041"/>
                  </a:lnTo>
                  <a:lnTo>
                    <a:pt x="349505" y="415737"/>
                  </a:lnTo>
                  <a:lnTo>
                    <a:pt x="382902" y="460280"/>
                  </a:lnTo>
                  <a:lnTo>
                    <a:pt x="415619" y="489976"/>
                  </a:lnTo>
                  <a:lnTo>
                    <a:pt x="448580" y="534519"/>
                  </a:lnTo>
                  <a:lnTo>
                    <a:pt x="515228" y="593910"/>
                  </a:lnTo>
                  <a:lnTo>
                    <a:pt x="548912" y="638454"/>
                  </a:lnTo>
                  <a:lnTo>
                    <a:pt x="582833" y="668149"/>
                  </a:lnTo>
                  <a:lnTo>
                    <a:pt x="616989" y="712692"/>
                  </a:lnTo>
                  <a:lnTo>
                    <a:pt x="685999" y="772083"/>
                  </a:lnTo>
                  <a:lnTo>
                    <a:pt x="720850" y="816627"/>
                  </a:lnTo>
                  <a:lnTo>
                    <a:pt x="826763" y="905713"/>
                  </a:lnTo>
                  <a:lnTo>
                    <a:pt x="862515" y="950257"/>
                  </a:lnTo>
                  <a:lnTo>
                    <a:pt x="1007709" y="1069039"/>
                  </a:lnTo>
                  <a:lnTo>
                    <a:pt x="1044545" y="1113582"/>
                  </a:lnTo>
                  <a:lnTo>
                    <a:pt x="1193987" y="1232364"/>
                  </a:lnTo>
                  <a:lnTo>
                    <a:pt x="1385367" y="1380842"/>
                  </a:lnTo>
                  <a:lnTo>
                    <a:pt x="1581620" y="1529320"/>
                  </a:lnTo>
                  <a:lnTo>
                    <a:pt x="1823232" y="1707493"/>
                  </a:lnTo>
                  <a:lnTo>
                    <a:pt x="1864122" y="1737188"/>
                  </a:lnTo>
                  <a:lnTo>
                    <a:pt x="1905186" y="1752036"/>
                  </a:lnTo>
                  <a:lnTo>
                    <a:pt x="2071133" y="1870818"/>
                  </a:lnTo>
                  <a:lnTo>
                    <a:pt x="2113034" y="1885666"/>
                  </a:lnTo>
                  <a:lnTo>
                    <a:pt x="2239700" y="1974753"/>
                  </a:lnTo>
                  <a:lnTo>
                    <a:pt x="2282237" y="1989601"/>
                  </a:lnTo>
                  <a:lnTo>
                    <a:pt x="2367772" y="2048992"/>
                  </a:lnTo>
                  <a:lnTo>
                    <a:pt x="2410767" y="2063839"/>
                  </a:lnTo>
                  <a:lnTo>
                    <a:pt x="2497203" y="2123230"/>
                  </a:lnTo>
                  <a:lnTo>
                    <a:pt x="2540639" y="2138078"/>
                  </a:lnTo>
                  <a:lnTo>
                    <a:pt x="2627941" y="2197469"/>
                  </a:lnTo>
                  <a:lnTo>
                    <a:pt x="2671803" y="2212317"/>
                  </a:lnTo>
                  <a:lnTo>
                    <a:pt x="2715802" y="2242013"/>
                  </a:lnTo>
                  <a:lnTo>
                    <a:pt x="2759938" y="2256860"/>
                  </a:lnTo>
                  <a:lnTo>
                    <a:pt x="2804208" y="2286556"/>
                  </a:lnTo>
                  <a:lnTo>
                    <a:pt x="2848611" y="2301404"/>
                  </a:lnTo>
                  <a:lnTo>
                    <a:pt x="2893144" y="2331099"/>
                  </a:lnTo>
                  <a:lnTo>
                    <a:pt x="2937806" y="2345947"/>
                  </a:lnTo>
                  <a:lnTo>
                    <a:pt x="2982595" y="2375643"/>
                  </a:lnTo>
                  <a:lnTo>
                    <a:pt x="3027509" y="2390490"/>
                  </a:lnTo>
                  <a:lnTo>
                    <a:pt x="3072546" y="2420186"/>
                  </a:lnTo>
                  <a:lnTo>
                    <a:pt x="3117705" y="2435034"/>
                  </a:lnTo>
                  <a:lnTo>
                    <a:pt x="3162984" y="2464729"/>
                  </a:lnTo>
                  <a:lnTo>
                    <a:pt x="3253893" y="2494425"/>
                  </a:lnTo>
                  <a:lnTo>
                    <a:pt x="3299519" y="2524120"/>
                  </a:lnTo>
                  <a:lnTo>
                    <a:pt x="3345258" y="2538968"/>
                  </a:lnTo>
                  <a:lnTo>
                    <a:pt x="3391107" y="2568664"/>
                  </a:lnTo>
                  <a:lnTo>
                    <a:pt x="3483129" y="2598359"/>
                  </a:lnTo>
                  <a:lnTo>
                    <a:pt x="3529299" y="2628055"/>
                  </a:lnTo>
                  <a:lnTo>
                    <a:pt x="3668419" y="2672598"/>
                  </a:lnTo>
                  <a:lnTo>
                    <a:pt x="3714990" y="2702293"/>
                  </a:lnTo>
                  <a:lnTo>
                    <a:pt x="3855270" y="2746837"/>
                  </a:lnTo>
                  <a:lnTo>
                    <a:pt x="3902213" y="2776532"/>
                  </a:lnTo>
                  <a:lnTo>
                    <a:pt x="4138217" y="2850771"/>
                  </a:lnTo>
                  <a:lnTo>
                    <a:pt x="4185663" y="2880467"/>
                  </a:lnTo>
                  <a:lnTo>
                    <a:pt x="5099752" y="3162574"/>
                  </a:lnTo>
                  <a:lnTo>
                    <a:pt x="5148397" y="3162574"/>
                  </a:lnTo>
                  <a:lnTo>
                    <a:pt x="5392197" y="3236813"/>
                  </a:lnTo>
                  <a:lnTo>
                    <a:pt x="5441059" y="3236813"/>
                  </a:lnTo>
                  <a:lnTo>
                    <a:pt x="5587816" y="3281356"/>
                  </a:lnTo>
                  <a:lnTo>
                    <a:pt x="5636785" y="3281356"/>
                  </a:lnTo>
                  <a:lnTo>
                    <a:pt x="5783821" y="3325900"/>
                  </a:lnTo>
                  <a:lnTo>
                    <a:pt x="5832869" y="3325900"/>
                  </a:lnTo>
                  <a:lnTo>
                    <a:pt x="5931008" y="3355595"/>
                  </a:lnTo>
                  <a:lnTo>
                    <a:pt x="5980095" y="3355595"/>
                  </a:lnTo>
                  <a:lnTo>
                    <a:pt x="6078296" y="3385291"/>
                  </a:lnTo>
                  <a:lnTo>
                    <a:pt x="6127406" y="3385291"/>
                  </a:lnTo>
                  <a:lnTo>
                    <a:pt x="6176521" y="3400139"/>
                  </a:lnTo>
                  <a:lnTo>
                    <a:pt x="6225637" y="3400139"/>
                  </a:lnTo>
                  <a:lnTo>
                    <a:pt x="6273028" y="3414986"/>
                  </a:lnTo>
                  <a:lnTo>
                    <a:pt x="6320435" y="3414986"/>
                  </a:lnTo>
                  <a:lnTo>
                    <a:pt x="6367851" y="3429834"/>
                  </a:lnTo>
                  <a:lnTo>
                    <a:pt x="6415267" y="3429834"/>
                  </a:lnTo>
                  <a:lnTo>
                    <a:pt x="6462674" y="3444682"/>
                  </a:lnTo>
                  <a:lnTo>
                    <a:pt x="6510065" y="3444682"/>
                  </a:lnTo>
                  <a:lnTo>
                    <a:pt x="6613306" y="3474377"/>
                  </a:lnTo>
                  <a:lnTo>
                    <a:pt x="6664925" y="3474377"/>
                  </a:lnTo>
                  <a:lnTo>
                    <a:pt x="6716544" y="3489225"/>
                  </a:lnTo>
                  <a:lnTo>
                    <a:pt x="6819779" y="3489225"/>
                  </a:lnTo>
                  <a:lnTo>
                    <a:pt x="6871395" y="3504073"/>
                  </a:lnTo>
                  <a:lnTo>
                    <a:pt x="6923009" y="3504073"/>
                  </a:lnTo>
                  <a:lnTo>
                    <a:pt x="6974621" y="3518921"/>
                  </a:lnTo>
                  <a:lnTo>
                    <a:pt x="7077840" y="3518921"/>
                  </a:lnTo>
                  <a:lnTo>
                    <a:pt x="7129445" y="3533769"/>
                  </a:lnTo>
                  <a:lnTo>
                    <a:pt x="7232648" y="3533769"/>
                  </a:lnTo>
                  <a:lnTo>
                    <a:pt x="7273401" y="3545496"/>
                  </a:lnTo>
                  <a:close/>
                </a:path>
                <a:path w="9334500" h="3545840">
                  <a:moveTo>
                    <a:pt x="9334499" y="3545496"/>
                  </a:moveTo>
                  <a:lnTo>
                    <a:pt x="9241271" y="3545496"/>
                  </a:lnTo>
                  <a:lnTo>
                    <a:pt x="9281283" y="3533769"/>
                  </a:lnTo>
                  <a:lnTo>
                    <a:pt x="9334499" y="3533769"/>
                  </a:lnTo>
                  <a:lnTo>
                    <a:pt x="9334499" y="3545496"/>
                  </a:lnTo>
                  <a:close/>
                </a:path>
              </a:pathLst>
            </a:custGeom>
            <a:solidFill>
              <a:srgbClr val="1A38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066813"/>
              <a:ext cx="9334500" cy="1220470"/>
            </a:xfrm>
            <a:custGeom>
              <a:avLst/>
              <a:gdLst/>
              <a:ahLst/>
              <a:cxnLst/>
              <a:rect l="l" t="t" r="r" b="b"/>
              <a:pathLst>
                <a:path w="9334500" h="1220470">
                  <a:moveTo>
                    <a:pt x="5948972" y="1220187"/>
                  </a:moveTo>
                  <a:lnTo>
                    <a:pt x="0" y="1220187"/>
                  </a:lnTo>
                  <a:lnTo>
                    <a:pt x="0" y="0"/>
                  </a:lnTo>
                  <a:lnTo>
                    <a:pt x="186958" y="59391"/>
                  </a:lnTo>
                  <a:lnTo>
                    <a:pt x="233846" y="89086"/>
                  </a:lnTo>
                  <a:lnTo>
                    <a:pt x="421977" y="148477"/>
                  </a:lnTo>
                  <a:lnTo>
                    <a:pt x="469152" y="178173"/>
                  </a:lnTo>
                  <a:lnTo>
                    <a:pt x="800914" y="282107"/>
                  </a:lnTo>
                  <a:lnTo>
                    <a:pt x="848522" y="311803"/>
                  </a:lnTo>
                  <a:lnTo>
                    <a:pt x="1568599" y="534519"/>
                  </a:lnTo>
                  <a:lnTo>
                    <a:pt x="1616978" y="534519"/>
                  </a:lnTo>
                  <a:lnTo>
                    <a:pt x="1956839" y="638454"/>
                  </a:lnTo>
                  <a:lnTo>
                    <a:pt x="2005556" y="638454"/>
                  </a:lnTo>
                  <a:lnTo>
                    <a:pt x="2249734" y="712692"/>
                  </a:lnTo>
                  <a:lnTo>
                    <a:pt x="2298684" y="712692"/>
                  </a:lnTo>
                  <a:lnTo>
                    <a:pt x="2445755" y="757236"/>
                  </a:lnTo>
                  <a:lnTo>
                    <a:pt x="2494850" y="757236"/>
                  </a:lnTo>
                  <a:lnTo>
                    <a:pt x="2642345" y="801779"/>
                  </a:lnTo>
                  <a:lnTo>
                    <a:pt x="2691577" y="801779"/>
                  </a:lnTo>
                  <a:lnTo>
                    <a:pt x="2790141" y="831475"/>
                  </a:lnTo>
                  <a:lnTo>
                    <a:pt x="2839472" y="831475"/>
                  </a:lnTo>
                  <a:lnTo>
                    <a:pt x="2938226" y="861170"/>
                  </a:lnTo>
                  <a:lnTo>
                    <a:pt x="2987650" y="861170"/>
                  </a:lnTo>
                  <a:lnTo>
                    <a:pt x="3086587" y="890866"/>
                  </a:lnTo>
                  <a:lnTo>
                    <a:pt x="3136099" y="890866"/>
                  </a:lnTo>
                  <a:lnTo>
                    <a:pt x="3235209" y="920561"/>
                  </a:lnTo>
                  <a:lnTo>
                    <a:pt x="3284806" y="920561"/>
                  </a:lnTo>
                  <a:lnTo>
                    <a:pt x="3334430" y="935409"/>
                  </a:lnTo>
                  <a:lnTo>
                    <a:pt x="3384080" y="935409"/>
                  </a:lnTo>
                  <a:lnTo>
                    <a:pt x="3433756" y="950257"/>
                  </a:lnTo>
                  <a:lnTo>
                    <a:pt x="3483458" y="950257"/>
                  </a:lnTo>
                  <a:lnTo>
                    <a:pt x="3582938" y="979952"/>
                  </a:lnTo>
                  <a:lnTo>
                    <a:pt x="3632714" y="979952"/>
                  </a:lnTo>
                  <a:lnTo>
                    <a:pt x="3682513" y="994800"/>
                  </a:lnTo>
                  <a:lnTo>
                    <a:pt x="3732336" y="994800"/>
                  </a:lnTo>
                  <a:lnTo>
                    <a:pt x="3782182" y="1009648"/>
                  </a:lnTo>
                  <a:lnTo>
                    <a:pt x="3832049" y="1009648"/>
                  </a:lnTo>
                  <a:lnTo>
                    <a:pt x="3881938" y="1024496"/>
                  </a:lnTo>
                  <a:lnTo>
                    <a:pt x="3931849" y="1024496"/>
                  </a:lnTo>
                  <a:lnTo>
                    <a:pt x="3981780" y="1039343"/>
                  </a:lnTo>
                  <a:lnTo>
                    <a:pt x="4031731" y="1039343"/>
                  </a:lnTo>
                  <a:lnTo>
                    <a:pt x="4081702" y="1054191"/>
                  </a:lnTo>
                  <a:lnTo>
                    <a:pt x="4131692" y="1054191"/>
                  </a:lnTo>
                  <a:lnTo>
                    <a:pt x="4181701" y="1069039"/>
                  </a:lnTo>
                  <a:lnTo>
                    <a:pt x="4281772" y="1069039"/>
                  </a:lnTo>
                  <a:lnTo>
                    <a:pt x="4331834" y="1083887"/>
                  </a:lnTo>
                  <a:lnTo>
                    <a:pt x="4381913" y="1083887"/>
                  </a:lnTo>
                  <a:lnTo>
                    <a:pt x="4432007" y="1098734"/>
                  </a:lnTo>
                  <a:lnTo>
                    <a:pt x="4532243" y="1098734"/>
                  </a:lnTo>
                  <a:lnTo>
                    <a:pt x="4582383" y="1113582"/>
                  </a:lnTo>
                  <a:lnTo>
                    <a:pt x="4632538" y="1113582"/>
                  </a:lnTo>
                  <a:lnTo>
                    <a:pt x="4682706" y="1128430"/>
                  </a:lnTo>
                  <a:lnTo>
                    <a:pt x="4783082" y="1128430"/>
                  </a:lnTo>
                  <a:lnTo>
                    <a:pt x="4833288" y="1143278"/>
                  </a:lnTo>
                  <a:lnTo>
                    <a:pt x="4933735" y="1143278"/>
                  </a:lnTo>
                  <a:lnTo>
                    <a:pt x="4983975" y="1158125"/>
                  </a:lnTo>
                  <a:lnTo>
                    <a:pt x="5084486" y="1158125"/>
                  </a:lnTo>
                  <a:lnTo>
                    <a:pt x="5134755" y="1172973"/>
                  </a:lnTo>
                  <a:lnTo>
                    <a:pt x="5285613" y="1172973"/>
                  </a:lnTo>
                  <a:lnTo>
                    <a:pt x="5335915" y="1187821"/>
                  </a:lnTo>
                  <a:lnTo>
                    <a:pt x="5486857" y="1187821"/>
                  </a:lnTo>
                  <a:lnTo>
                    <a:pt x="5537183" y="1202669"/>
                  </a:lnTo>
                  <a:lnTo>
                    <a:pt x="5688185" y="1202669"/>
                  </a:lnTo>
                  <a:lnTo>
                    <a:pt x="5738527" y="1217517"/>
                  </a:lnTo>
                  <a:lnTo>
                    <a:pt x="5939916" y="1217517"/>
                  </a:lnTo>
                  <a:lnTo>
                    <a:pt x="5948972" y="1220187"/>
                  </a:lnTo>
                  <a:close/>
                </a:path>
                <a:path w="9334500" h="1220470">
                  <a:moveTo>
                    <a:pt x="9334499" y="1220187"/>
                  </a:moveTo>
                  <a:lnTo>
                    <a:pt x="9120046" y="1220187"/>
                  </a:lnTo>
                  <a:lnTo>
                    <a:pt x="9129157" y="1217517"/>
                  </a:lnTo>
                  <a:lnTo>
                    <a:pt x="9331793" y="1217517"/>
                  </a:lnTo>
                  <a:lnTo>
                    <a:pt x="9334499" y="1216723"/>
                  </a:lnTo>
                  <a:lnTo>
                    <a:pt x="9334499" y="1220187"/>
                  </a:lnTo>
                  <a:close/>
                </a:path>
              </a:pathLst>
            </a:custGeom>
            <a:solidFill>
              <a:srgbClr val="2D46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41498"/>
              <a:ext cx="7273925" cy="3545840"/>
            </a:xfrm>
            <a:custGeom>
              <a:avLst/>
              <a:gdLst/>
              <a:ahLst/>
              <a:cxnLst/>
              <a:rect l="l" t="t" r="r" b="b"/>
              <a:pathLst>
                <a:path w="7273925" h="3545840">
                  <a:moveTo>
                    <a:pt x="5587666" y="3281212"/>
                  </a:moveTo>
                  <a:lnTo>
                    <a:pt x="3561588" y="3281212"/>
                  </a:lnTo>
                  <a:lnTo>
                    <a:pt x="3511458" y="3266364"/>
                  </a:lnTo>
                  <a:lnTo>
                    <a:pt x="3461353" y="3266364"/>
                  </a:lnTo>
                  <a:lnTo>
                    <a:pt x="3411273" y="3251516"/>
                  </a:lnTo>
                  <a:lnTo>
                    <a:pt x="3361220" y="3251516"/>
                  </a:lnTo>
                  <a:lnTo>
                    <a:pt x="3261192" y="3221821"/>
                  </a:lnTo>
                  <a:lnTo>
                    <a:pt x="3211219" y="3221821"/>
                  </a:lnTo>
                  <a:lnTo>
                    <a:pt x="3161275" y="3206973"/>
                  </a:lnTo>
                  <a:lnTo>
                    <a:pt x="3111358" y="3206973"/>
                  </a:lnTo>
                  <a:lnTo>
                    <a:pt x="3011614" y="3177277"/>
                  </a:lnTo>
                  <a:lnTo>
                    <a:pt x="2961786" y="3177277"/>
                  </a:lnTo>
                  <a:lnTo>
                    <a:pt x="2862223" y="3147582"/>
                  </a:lnTo>
                  <a:lnTo>
                    <a:pt x="2812489" y="3147582"/>
                  </a:lnTo>
                  <a:lnTo>
                    <a:pt x="2713118" y="3117886"/>
                  </a:lnTo>
                  <a:lnTo>
                    <a:pt x="2663482" y="3117886"/>
                  </a:lnTo>
                  <a:lnTo>
                    <a:pt x="2564311" y="3088191"/>
                  </a:lnTo>
                  <a:lnTo>
                    <a:pt x="2514778" y="3088191"/>
                  </a:lnTo>
                  <a:lnTo>
                    <a:pt x="2366391" y="3043647"/>
                  </a:lnTo>
                  <a:lnTo>
                    <a:pt x="2317002" y="3043647"/>
                  </a:lnTo>
                  <a:lnTo>
                    <a:pt x="2119825" y="2984256"/>
                  </a:lnTo>
                  <a:lnTo>
                    <a:pt x="2070628" y="2984256"/>
                  </a:lnTo>
                  <a:lnTo>
                    <a:pt x="1825252" y="2910017"/>
                  </a:lnTo>
                  <a:lnTo>
                    <a:pt x="1776303" y="2910017"/>
                  </a:lnTo>
                  <a:lnTo>
                    <a:pt x="567923" y="2538823"/>
                  </a:lnTo>
                  <a:lnTo>
                    <a:pt x="520262" y="2509128"/>
                  </a:lnTo>
                  <a:lnTo>
                    <a:pt x="282821" y="2434889"/>
                  </a:lnTo>
                  <a:lnTo>
                    <a:pt x="235508" y="2405193"/>
                  </a:lnTo>
                  <a:lnTo>
                    <a:pt x="93931" y="2360650"/>
                  </a:lnTo>
                  <a:lnTo>
                    <a:pt x="46860" y="2330954"/>
                  </a:lnTo>
                  <a:lnTo>
                    <a:pt x="0" y="2316153"/>
                  </a:lnTo>
                  <a:lnTo>
                    <a:pt x="0" y="0"/>
                  </a:lnTo>
                  <a:lnTo>
                    <a:pt x="30253" y="29550"/>
                  </a:lnTo>
                  <a:lnTo>
                    <a:pt x="60931" y="74094"/>
                  </a:lnTo>
                  <a:lnTo>
                    <a:pt x="91887" y="118637"/>
                  </a:lnTo>
                  <a:lnTo>
                    <a:pt x="123117" y="148332"/>
                  </a:lnTo>
                  <a:lnTo>
                    <a:pt x="154622" y="192876"/>
                  </a:lnTo>
                  <a:lnTo>
                    <a:pt x="186401" y="222571"/>
                  </a:lnTo>
                  <a:lnTo>
                    <a:pt x="218451" y="267115"/>
                  </a:lnTo>
                  <a:lnTo>
                    <a:pt x="250773" y="311658"/>
                  </a:lnTo>
                  <a:lnTo>
                    <a:pt x="283365" y="341353"/>
                  </a:lnTo>
                  <a:lnTo>
                    <a:pt x="316226" y="385897"/>
                  </a:lnTo>
                  <a:lnTo>
                    <a:pt x="349356" y="415592"/>
                  </a:lnTo>
                  <a:lnTo>
                    <a:pt x="382753" y="460136"/>
                  </a:lnTo>
                  <a:lnTo>
                    <a:pt x="415469" y="489831"/>
                  </a:lnTo>
                  <a:lnTo>
                    <a:pt x="448430" y="534374"/>
                  </a:lnTo>
                  <a:lnTo>
                    <a:pt x="515079" y="593765"/>
                  </a:lnTo>
                  <a:lnTo>
                    <a:pt x="548762" y="638309"/>
                  </a:lnTo>
                  <a:lnTo>
                    <a:pt x="582683" y="668004"/>
                  </a:lnTo>
                  <a:lnTo>
                    <a:pt x="616839" y="712548"/>
                  </a:lnTo>
                  <a:lnTo>
                    <a:pt x="685849" y="771939"/>
                  </a:lnTo>
                  <a:lnTo>
                    <a:pt x="720700" y="816482"/>
                  </a:lnTo>
                  <a:lnTo>
                    <a:pt x="826613" y="905569"/>
                  </a:lnTo>
                  <a:lnTo>
                    <a:pt x="862365" y="950112"/>
                  </a:lnTo>
                  <a:lnTo>
                    <a:pt x="1007559" y="1068894"/>
                  </a:lnTo>
                  <a:lnTo>
                    <a:pt x="1044396" y="1113437"/>
                  </a:lnTo>
                  <a:lnTo>
                    <a:pt x="1193837" y="1232220"/>
                  </a:lnTo>
                  <a:lnTo>
                    <a:pt x="1385217" y="1380697"/>
                  </a:lnTo>
                  <a:lnTo>
                    <a:pt x="1581470" y="1529175"/>
                  </a:lnTo>
                  <a:lnTo>
                    <a:pt x="1823082" y="1707348"/>
                  </a:lnTo>
                  <a:lnTo>
                    <a:pt x="1863973" y="1737044"/>
                  </a:lnTo>
                  <a:lnTo>
                    <a:pt x="1905037" y="1751891"/>
                  </a:lnTo>
                  <a:lnTo>
                    <a:pt x="2070984" y="1870674"/>
                  </a:lnTo>
                  <a:lnTo>
                    <a:pt x="2112884" y="1885521"/>
                  </a:lnTo>
                  <a:lnTo>
                    <a:pt x="2239550" y="1974608"/>
                  </a:lnTo>
                  <a:lnTo>
                    <a:pt x="2282087" y="1989456"/>
                  </a:lnTo>
                  <a:lnTo>
                    <a:pt x="2367623" y="2048847"/>
                  </a:lnTo>
                  <a:lnTo>
                    <a:pt x="2410618" y="2063695"/>
                  </a:lnTo>
                  <a:lnTo>
                    <a:pt x="2497053" y="2123086"/>
                  </a:lnTo>
                  <a:lnTo>
                    <a:pt x="2540490" y="2137933"/>
                  </a:lnTo>
                  <a:lnTo>
                    <a:pt x="2627792" y="2197325"/>
                  </a:lnTo>
                  <a:lnTo>
                    <a:pt x="2671653" y="2212172"/>
                  </a:lnTo>
                  <a:lnTo>
                    <a:pt x="2715653" y="2241868"/>
                  </a:lnTo>
                  <a:lnTo>
                    <a:pt x="2759788" y="2256716"/>
                  </a:lnTo>
                  <a:lnTo>
                    <a:pt x="2804059" y="2286411"/>
                  </a:lnTo>
                  <a:lnTo>
                    <a:pt x="2848461" y="2301259"/>
                  </a:lnTo>
                  <a:lnTo>
                    <a:pt x="2892994" y="2330954"/>
                  </a:lnTo>
                  <a:lnTo>
                    <a:pt x="2937656" y="2345802"/>
                  </a:lnTo>
                  <a:lnTo>
                    <a:pt x="2982445" y="2375498"/>
                  </a:lnTo>
                  <a:lnTo>
                    <a:pt x="3027359" y="2390345"/>
                  </a:lnTo>
                  <a:lnTo>
                    <a:pt x="3072397" y="2420041"/>
                  </a:lnTo>
                  <a:lnTo>
                    <a:pt x="3117556" y="2434889"/>
                  </a:lnTo>
                  <a:lnTo>
                    <a:pt x="3162834" y="2464584"/>
                  </a:lnTo>
                  <a:lnTo>
                    <a:pt x="3253743" y="2494280"/>
                  </a:lnTo>
                  <a:lnTo>
                    <a:pt x="3299369" y="2523975"/>
                  </a:lnTo>
                  <a:lnTo>
                    <a:pt x="3345108" y="2538823"/>
                  </a:lnTo>
                  <a:lnTo>
                    <a:pt x="3390957" y="2568519"/>
                  </a:lnTo>
                  <a:lnTo>
                    <a:pt x="3482980" y="2598214"/>
                  </a:lnTo>
                  <a:lnTo>
                    <a:pt x="3529149" y="2627910"/>
                  </a:lnTo>
                  <a:lnTo>
                    <a:pt x="3668269" y="2672453"/>
                  </a:lnTo>
                  <a:lnTo>
                    <a:pt x="3714840" y="2702149"/>
                  </a:lnTo>
                  <a:lnTo>
                    <a:pt x="3855120" y="2746692"/>
                  </a:lnTo>
                  <a:lnTo>
                    <a:pt x="3902063" y="2776387"/>
                  </a:lnTo>
                  <a:lnTo>
                    <a:pt x="4138068" y="2850626"/>
                  </a:lnTo>
                  <a:lnTo>
                    <a:pt x="4185514" y="2880322"/>
                  </a:lnTo>
                  <a:lnTo>
                    <a:pt x="5099602" y="3162429"/>
                  </a:lnTo>
                  <a:lnTo>
                    <a:pt x="5148247" y="3162429"/>
                  </a:lnTo>
                  <a:lnTo>
                    <a:pt x="5392048" y="3236668"/>
                  </a:lnTo>
                  <a:lnTo>
                    <a:pt x="5440910" y="3236668"/>
                  </a:lnTo>
                  <a:lnTo>
                    <a:pt x="5587666" y="3281212"/>
                  </a:lnTo>
                  <a:close/>
                </a:path>
                <a:path w="7273925" h="3545840">
                  <a:moveTo>
                    <a:pt x="5783671" y="3325755"/>
                  </a:moveTo>
                  <a:lnTo>
                    <a:pt x="3862861" y="3325755"/>
                  </a:lnTo>
                  <a:lnTo>
                    <a:pt x="3812593" y="3310907"/>
                  </a:lnTo>
                  <a:lnTo>
                    <a:pt x="3762346" y="3310907"/>
                  </a:lnTo>
                  <a:lnTo>
                    <a:pt x="3712122" y="3296059"/>
                  </a:lnTo>
                  <a:lnTo>
                    <a:pt x="3661920" y="3296059"/>
                  </a:lnTo>
                  <a:lnTo>
                    <a:pt x="3611742" y="3281212"/>
                  </a:lnTo>
                  <a:lnTo>
                    <a:pt x="5636636" y="3281212"/>
                  </a:lnTo>
                  <a:lnTo>
                    <a:pt x="5783671" y="3325755"/>
                  </a:lnTo>
                  <a:close/>
                </a:path>
                <a:path w="7273925" h="3545840">
                  <a:moveTo>
                    <a:pt x="5930858" y="3355450"/>
                  </a:moveTo>
                  <a:lnTo>
                    <a:pt x="4064142" y="3355450"/>
                  </a:lnTo>
                  <a:lnTo>
                    <a:pt x="4013791" y="3340603"/>
                  </a:lnTo>
                  <a:lnTo>
                    <a:pt x="3963461" y="3340603"/>
                  </a:lnTo>
                  <a:lnTo>
                    <a:pt x="3913151" y="3325755"/>
                  </a:lnTo>
                  <a:lnTo>
                    <a:pt x="5832719" y="3325755"/>
                  </a:lnTo>
                  <a:lnTo>
                    <a:pt x="5930858" y="3355450"/>
                  </a:lnTo>
                  <a:close/>
                </a:path>
                <a:path w="7273925" h="3545840">
                  <a:moveTo>
                    <a:pt x="6078146" y="3385146"/>
                  </a:moveTo>
                  <a:lnTo>
                    <a:pt x="4265729" y="3385146"/>
                  </a:lnTo>
                  <a:lnTo>
                    <a:pt x="4215305" y="3370298"/>
                  </a:lnTo>
                  <a:lnTo>
                    <a:pt x="4164899" y="3370298"/>
                  </a:lnTo>
                  <a:lnTo>
                    <a:pt x="4114511" y="3355450"/>
                  </a:lnTo>
                  <a:lnTo>
                    <a:pt x="5979945" y="3355450"/>
                  </a:lnTo>
                  <a:lnTo>
                    <a:pt x="6078146" y="3385146"/>
                  </a:lnTo>
                  <a:close/>
                </a:path>
                <a:path w="7273925" h="3545840">
                  <a:moveTo>
                    <a:pt x="6176371" y="3399994"/>
                  </a:moveTo>
                  <a:lnTo>
                    <a:pt x="4366627" y="3399994"/>
                  </a:lnTo>
                  <a:lnTo>
                    <a:pt x="4316170" y="3385146"/>
                  </a:lnTo>
                  <a:lnTo>
                    <a:pt x="6127257" y="3385146"/>
                  </a:lnTo>
                  <a:lnTo>
                    <a:pt x="6176371" y="3399994"/>
                  </a:lnTo>
                  <a:close/>
                </a:path>
                <a:path w="7273925" h="3545840">
                  <a:moveTo>
                    <a:pt x="6272878" y="3414842"/>
                  </a:moveTo>
                  <a:lnTo>
                    <a:pt x="4518093" y="3414842"/>
                  </a:lnTo>
                  <a:lnTo>
                    <a:pt x="4467589" y="3399994"/>
                  </a:lnTo>
                  <a:lnTo>
                    <a:pt x="6225487" y="3399994"/>
                  </a:lnTo>
                  <a:lnTo>
                    <a:pt x="6272878" y="3414842"/>
                  </a:lnTo>
                  <a:close/>
                </a:path>
                <a:path w="7273925" h="3545840">
                  <a:moveTo>
                    <a:pt x="6367701" y="3429689"/>
                  </a:moveTo>
                  <a:lnTo>
                    <a:pt x="4619144" y="3429689"/>
                  </a:lnTo>
                  <a:lnTo>
                    <a:pt x="4568612" y="3414842"/>
                  </a:lnTo>
                  <a:lnTo>
                    <a:pt x="6320286" y="3414842"/>
                  </a:lnTo>
                  <a:lnTo>
                    <a:pt x="6367701" y="3429689"/>
                  </a:lnTo>
                  <a:close/>
                </a:path>
                <a:path w="7273925" h="3545840">
                  <a:moveTo>
                    <a:pt x="6509916" y="3459385"/>
                  </a:moveTo>
                  <a:lnTo>
                    <a:pt x="4922603" y="3459385"/>
                  </a:lnTo>
                  <a:lnTo>
                    <a:pt x="4871998" y="3444537"/>
                  </a:lnTo>
                  <a:lnTo>
                    <a:pt x="4770820" y="3444537"/>
                  </a:lnTo>
                  <a:lnTo>
                    <a:pt x="4720249" y="3429689"/>
                  </a:lnTo>
                  <a:lnTo>
                    <a:pt x="6415117" y="3429689"/>
                  </a:lnTo>
                  <a:lnTo>
                    <a:pt x="6509916" y="3459385"/>
                  </a:lnTo>
                  <a:close/>
                </a:path>
                <a:path w="7273925" h="3545840">
                  <a:moveTo>
                    <a:pt x="6613156" y="3474233"/>
                  </a:moveTo>
                  <a:lnTo>
                    <a:pt x="5074479" y="3474233"/>
                  </a:lnTo>
                  <a:lnTo>
                    <a:pt x="5023844" y="3459385"/>
                  </a:lnTo>
                  <a:lnTo>
                    <a:pt x="6561536" y="3459385"/>
                  </a:lnTo>
                  <a:lnTo>
                    <a:pt x="6613156" y="3474233"/>
                  </a:lnTo>
                  <a:close/>
                </a:path>
                <a:path w="7273925" h="3545840">
                  <a:moveTo>
                    <a:pt x="6716395" y="3489080"/>
                  </a:moveTo>
                  <a:lnTo>
                    <a:pt x="5226434" y="3489080"/>
                  </a:lnTo>
                  <a:lnTo>
                    <a:pt x="5175774" y="3474233"/>
                  </a:lnTo>
                  <a:lnTo>
                    <a:pt x="6664776" y="3474233"/>
                  </a:lnTo>
                  <a:lnTo>
                    <a:pt x="6716395" y="3489080"/>
                  </a:lnTo>
                  <a:close/>
                </a:path>
                <a:path w="7273925" h="3545840">
                  <a:moveTo>
                    <a:pt x="6871245" y="3503928"/>
                  </a:moveTo>
                  <a:lnTo>
                    <a:pt x="5378453" y="3503928"/>
                  </a:lnTo>
                  <a:lnTo>
                    <a:pt x="5327774" y="3489080"/>
                  </a:lnTo>
                  <a:lnTo>
                    <a:pt x="6819630" y="3489080"/>
                  </a:lnTo>
                  <a:lnTo>
                    <a:pt x="6871245" y="3503928"/>
                  </a:lnTo>
                  <a:close/>
                </a:path>
                <a:path w="7273925" h="3545840">
                  <a:moveTo>
                    <a:pt x="6974472" y="3518776"/>
                  </a:moveTo>
                  <a:lnTo>
                    <a:pt x="5581223" y="3518776"/>
                  </a:lnTo>
                  <a:lnTo>
                    <a:pt x="5530524" y="3503928"/>
                  </a:lnTo>
                  <a:lnTo>
                    <a:pt x="6922859" y="3503928"/>
                  </a:lnTo>
                  <a:lnTo>
                    <a:pt x="6974472" y="3518776"/>
                  </a:lnTo>
                  <a:close/>
                </a:path>
                <a:path w="7273925" h="3545840">
                  <a:moveTo>
                    <a:pt x="7129296" y="3533624"/>
                  </a:moveTo>
                  <a:lnTo>
                    <a:pt x="5733339" y="3533624"/>
                  </a:lnTo>
                  <a:lnTo>
                    <a:pt x="5682631" y="3518776"/>
                  </a:lnTo>
                  <a:lnTo>
                    <a:pt x="7077690" y="3518776"/>
                  </a:lnTo>
                  <a:lnTo>
                    <a:pt x="7129296" y="3533624"/>
                  </a:lnTo>
                  <a:close/>
                </a:path>
                <a:path w="7273925" h="3545840">
                  <a:moveTo>
                    <a:pt x="7273775" y="3545501"/>
                  </a:moveTo>
                  <a:lnTo>
                    <a:pt x="5976755" y="3545501"/>
                  </a:lnTo>
                  <a:lnTo>
                    <a:pt x="5936187" y="3533624"/>
                  </a:lnTo>
                  <a:lnTo>
                    <a:pt x="7232499" y="3533624"/>
                  </a:lnTo>
                  <a:lnTo>
                    <a:pt x="7273775" y="3545501"/>
                  </a:lnTo>
                  <a:close/>
                </a:path>
              </a:pathLst>
            </a:custGeom>
            <a:solidFill>
              <a:srgbClr val="4F9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2064311" y="2595303"/>
            <a:ext cx="799465" cy="511809"/>
          </a:xfrm>
          <a:custGeom>
            <a:avLst/>
            <a:gdLst/>
            <a:ahLst/>
            <a:cxnLst/>
            <a:rect l="l" t="t" r="r" b="b"/>
            <a:pathLst>
              <a:path w="799464" h="511810">
                <a:moveTo>
                  <a:pt x="486829" y="511705"/>
                </a:moveTo>
                <a:lnTo>
                  <a:pt x="447117" y="496361"/>
                </a:lnTo>
                <a:lnTo>
                  <a:pt x="427952" y="452993"/>
                </a:lnTo>
                <a:lnTo>
                  <a:pt x="427952" y="404406"/>
                </a:lnTo>
                <a:lnTo>
                  <a:pt x="58822" y="404406"/>
                </a:lnTo>
                <a:lnTo>
                  <a:pt x="35948" y="399776"/>
                </a:lnTo>
                <a:lnTo>
                  <a:pt x="17248" y="387157"/>
                </a:lnTo>
                <a:lnTo>
                  <a:pt x="4629" y="368457"/>
                </a:lnTo>
                <a:lnTo>
                  <a:pt x="0" y="345583"/>
                </a:lnTo>
                <a:lnTo>
                  <a:pt x="0" y="189997"/>
                </a:lnTo>
                <a:lnTo>
                  <a:pt x="4629" y="167128"/>
                </a:lnTo>
                <a:lnTo>
                  <a:pt x="17248" y="148431"/>
                </a:lnTo>
                <a:lnTo>
                  <a:pt x="35948" y="135813"/>
                </a:lnTo>
                <a:lnTo>
                  <a:pt x="58822" y="131184"/>
                </a:lnTo>
                <a:lnTo>
                  <a:pt x="427952" y="131184"/>
                </a:lnTo>
                <a:lnTo>
                  <a:pt x="427952" y="58487"/>
                </a:lnTo>
                <a:lnTo>
                  <a:pt x="447165" y="14983"/>
                </a:lnTo>
                <a:lnTo>
                  <a:pt x="492749" y="0"/>
                </a:lnTo>
                <a:lnTo>
                  <a:pt x="508429" y="3885"/>
                </a:lnTo>
                <a:lnTo>
                  <a:pt x="522780" y="12158"/>
                </a:lnTo>
                <a:lnTo>
                  <a:pt x="563156" y="43525"/>
                </a:lnTo>
                <a:lnTo>
                  <a:pt x="488933" y="43525"/>
                </a:lnTo>
                <a:lnTo>
                  <a:pt x="483098" y="45558"/>
                </a:lnTo>
                <a:lnTo>
                  <a:pt x="478652" y="47727"/>
                </a:lnTo>
                <a:lnTo>
                  <a:pt x="473483" y="51050"/>
                </a:lnTo>
                <a:lnTo>
                  <a:pt x="473483" y="153949"/>
                </a:lnTo>
                <a:lnTo>
                  <a:pt x="471693" y="162811"/>
                </a:lnTo>
                <a:lnTo>
                  <a:pt x="466814" y="170047"/>
                </a:lnTo>
                <a:lnTo>
                  <a:pt x="459578" y="174926"/>
                </a:lnTo>
                <a:lnTo>
                  <a:pt x="450717" y="176714"/>
                </a:lnTo>
                <a:lnTo>
                  <a:pt x="51498" y="176714"/>
                </a:lnTo>
                <a:lnTo>
                  <a:pt x="45528" y="182673"/>
                </a:lnTo>
                <a:lnTo>
                  <a:pt x="45528" y="352907"/>
                </a:lnTo>
                <a:lnTo>
                  <a:pt x="51498" y="358877"/>
                </a:lnTo>
                <a:lnTo>
                  <a:pt x="450715" y="358877"/>
                </a:lnTo>
                <a:lnTo>
                  <a:pt x="459576" y="360666"/>
                </a:lnTo>
                <a:lnTo>
                  <a:pt x="466813" y="365546"/>
                </a:lnTo>
                <a:lnTo>
                  <a:pt x="471691" y="372782"/>
                </a:lnTo>
                <a:lnTo>
                  <a:pt x="473480" y="381643"/>
                </a:lnTo>
                <a:lnTo>
                  <a:pt x="473480" y="460329"/>
                </a:lnTo>
                <a:lnTo>
                  <a:pt x="478638" y="463653"/>
                </a:lnTo>
                <a:lnTo>
                  <a:pt x="483107" y="465845"/>
                </a:lnTo>
                <a:lnTo>
                  <a:pt x="488976" y="467901"/>
                </a:lnTo>
                <a:lnTo>
                  <a:pt x="563176" y="467901"/>
                </a:lnTo>
                <a:lnTo>
                  <a:pt x="522766" y="499332"/>
                </a:lnTo>
                <a:lnTo>
                  <a:pt x="514478" y="504717"/>
                </a:lnTo>
                <a:lnTo>
                  <a:pt x="505606" y="508587"/>
                </a:lnTo>
                <a:lnTo>
                  <a:pt x="496330" y="510922"/>
                </a:lnTo>
                <a:lnTo>
                  <a:pt x="486829" y="511705"/>
                </a:lnTo>
                <a:close/>
              </a:path>
              <a:path w="799464" h="511810">
                <a:moveTo>
                  <a:pt x="563176" y="467901"/>
                </a:moveTo>
                <a:lnTo>
                  <a:pt x="488976" y="467901"/>
                </a:lnTo>
                <a:lnTo>
                  <a:pt x="752996" y="262578"/>
                </a:lnTo>
                <a:lnTo>
                  <a:pt x="753662" y="258009"/>
                </a:lnTo>
                <a:lnTo>
                  <a:pt x="753662" y="253209"/>
                </a:lnTo>
                <a:lnTo>
                  <a:pt x="752996" y="248652"/>
                </a:lnTo>
                <a:lnTo>
                  <a:pt x="488933" y="43525"/>
                </a:lnTo>
                <a:lnTo>
                  <a:pt x="563156" y="43525"/>
                </a:lnTo>
                <a:lnTo>
                  <a:pt x="776502" y="209268"/>
                </a:lnTo>
                <a:lnTo>
                  <a:pt x="797674" y="242233"/>
                </a:lnTo>
                <a:lnTo>
                  <a:pt x="799191" y="255609"/>
                </a:lnTo>
                <a:lnTo>
                  <a:pt x="797673" y="268987"/>
                </a:lnTo>
                <a:lnTo>
                  <a:pt x="793253" y="281442"/>
                </a:lnTo>
                <a:lnTo>
                  <a:pt x="786130" y="292571"/>
                </a:lnTo>
                <a:lnTo>
                  <a:pt x="776503" y="301973"/>
                </a:lnTo>
                <a:lnTo>
                  <a:pt x="563176" y="467901"/>
                </a:lnTo>
                <a:close/>
              </a:path>
            </a:pathLst>
          </a:custGeom>
          <a:solidFill>
            <a:srgbClr val="170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64311" y="6350098"/>
            <a:ext cx="799465" cy="511809"/>
          </a:xfrm>
          <a:custGeom>
            <a:avLst/>
            <a:gdLst/>
            <a:ahLst/>
            <a:cxnLst/>
            <a:rect l="l" t="t" r="r" b="b"/>
            <a:pathLst>
              <a:path w="799464" h="511809">
                <a:moveTo>
                  <a:pt x="486829" y="511705"/>
                </a:moveTo>
                <a:lnTo>
                  <a:pt x="447117" y="496361"/>
                </a:lnTo>
                <a:lnTo>
                  <a:pt x="427952" y="452993"/>
                </a:lnTo>
                <a:lnTo>
                  <a:pt x="427952" y="404406"/>
                </a:lnTo>
                <a:lnTo>
                  <a:pt x="58822" y="404406"/>
                </a:lnTo>
                <a:lnTo>
                  <a:pt x="35948" y="399776"/>
                </a:lnTo>
                <a:lnTo>
                  <a:pt x="17248" y="387157"/>
                </a:lnTo>
                <a:lnTo>
                  <a:pt x="4629" y="368457"/>
                </a:lnTo>
                <a:lnTo>
                  <a:pt x="0" y="345583"/>
                </a:lnTo>
                <a:lnTo>
                  <a:pt x="0" y="189997"/>
                </a:lnTo>
                <a:lnTo>
                  <a:pt x="4629" y="167128"/>
                </a:lnTo>
                <a:lnTo>
                  <a:pt x="17248" y="148431"/>
                </a:lnTo>
                <a:lnTo>
                  <a:pt x="35948" y="135813"/>
                </a:lnTo>
                <a:lnTo>
                  <a:pt x="58822" y="131184"/>
                </a:lnTo>
                <a:lnTo>
                  <a:pt x="427952" y="131184"/>
                </a:lnTo>
                <a:lnTo>
                  <a:pt x="427952" y="58487"/>
                </a:lnTo>
                <a:lnTo>
                  <a:pt x="447165" y="14983"/>
                </a:lnTo>
                <a:lnTo>
                  <a:pt x="492749" y="0"/>
                </a:lnTo>
                <a:lnTo>
                  <a:pt x="508429" y="3885"/>
                </a:lnTo>
                <a:lnTo>
                  <a:pt x="522780" y="12158"/>
                </a:lnTo>
                <a:lnTo>
                  <a:pt x="563156" y="43525"/>
                </a:lnTo>
                <a:lnTo>
                  <a:pt x="488933" y="43525"/>
                </a:lnTo>
                <a:lnTo>
                  <a:pt x="483098" y="45558"/>
                </a:lnTo>
                <a:lnTo>
                  <a:pt x="478652" y="47727"/>
                </a:lnTo>
                <a:lnTo>
                  <a:pt x="473483" y="51050"/>
                </a:lnTo>
                <a:lnTo>
                  <a:pt x="473483" y="153949"/>
                </a:lnTo>
                <a:lnTo>
                  <a:pt x="471693" y="162811"/>
                </a:lnTo>
                <a:lnTo>
                  <a:pt x="466814" y="170047"/>
                </a:lnTo>
                <a:lnTo>
                  <a:pt x="459578" y="174926"/>
                </a:lnTo>
                <a:lnTo>
                  <a:pt x="450717" y="176714"/>
                </a:lnTo>
                <a:lnTo>
                  <a:pt x="51498" y="176714"/>
                </a:lnTo>
                <a:lnTo>
                  <a:pt x="45528" y="182673"/>
                </a:lnTo>
                <a:lnTo>
                  <a:pt x="45528" y="352907"/>
                </a:lnTo>
                <a:lnTo>
                  <a:pt x="51498" y="358877"/>
                </a:lnTo>
                <a:lnTo>
                  <a:pt x="450715" y="358877"/>
                </a:lnTo>
                <a:lnTo>
                  <a:pt x="459576" y="360666"/>
                </a:lnTo>
                <a:lnTo>
                  <a:pt x="466813" y="365546"/>
                </a:lnTo>
                <a:lnTo>
                  <a:pt x="471691" y="372782"/>
                </a:lnTo>
                <a:lnTo>
                  <a:pt x="473480" y="381643"/>
                </a:lnTo>
                <a:lnTo>
                  <a:pt x="473480" y="460329"/>
                </a:lnTo>
                <a:lnTo>
                  <a:pt x="478638" y="463653"/>
                </a:lnTo>
                <a:lnTo>
                  <a:pt x="483107" y="465845"/>
                </a:lnTo>
                <a:lnTo>
                  <a:pt x="488976" y="467901"/>
                </a:lnTo>
                <a:lnTo>
                  <a:pt x="563176" y="467901"/>
                </a:lnTo>
                <a:lnTo>
                  <a:pt x="522766" y="499332"/>
                </a:lnTo>
                <a:lnTo>
                  <a:pt x="514478" y="504717"/>
                </a:lnTo>
                <a:lnTo>
                  <a:pt x="505606" y="508587"/>
                </a:lnTo>
                <a:lnTo>
                  <a:pt x="496330" y="510922"/>
                </a:lnTo>
                <a:lnTo>
                  <a:pt x="486829" y="511705"/>
                </a:lnTo>
                <a:close/>
              </a:path>
              <a:path w="799464" h="511809">
                <a:moveTo>
                  <a:pt x="563176" y="467901"/>
                </a:moveTo>
                <a:lnTo>
                  <a:pt x="488976" y="467901"/>
                </a:lnTo>
                <a:lnTo>
                  <a:pt x="752996" y="262578"/>
                </a:lnTo>
                <a:lnTo>
                  <a:pt x="753662" y="258009"/>
                </a:lnTo>
                <a:lnTo>
                  <a:pt x="753662" y="253209"/>
                </a:lnTo>
                <a:lnTo>
                  <a:pt x="752996" y="248652"/>
                </a:lnTo>
                <a:lnTo>
                  <a:pt x="488933" y="43525"/>
                </a:lnTo>
                <a:lnTo>
                  <a:pt x="563156" y="43525"/>
                </a:lnTo>
                <a:lnTo>
                  <a:pt x="776502" y="209268"/>
                </a:lnTo>
                <a:lnTo>
                  <a:pt x="797674" y="242233"/>
                </a:lnTo>
                <a:lnTo>
                  <a:pt x="799191" y="255609"/>
                </a:lnTo>
                <a:lnTo>
                  <a:pt x="797673" y="268987"/>
                </a:lnTo>
                <a:lnTo>
                  <a:pt x="793253" y="281442"/>
                </a:lnTo>
                <a:lnTo>
                  <a:pt x="786130" y="292571"/>
                </a:lnTo>
                <a:lnTo>
                  <a:pt x="776503" y="301973"/>
                </a:lnTo>
                <a:lnTo>
                  <a:pt x="563176" y="467901"/>
                </a:lnTo>
                <a:close/>
              </a:path>
            </a:pathLst>
          </a:custGeom>
          <a:solidFill>
            <a:srgbClr val="170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8415" y="2658261"/>
            <a:ext cx="80660" cy="806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5021" y="2658261"/>
            <a:ext cx="80660" cy="806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629" y="2658261"/>
            <a:ext cx="80660" cy="806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8415" y="2424869"/>
            <a:ext cx="80660" cy="806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5021" y="2424869"/>
            <a:ext cx="80660" cy="806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629" y="2424869"/>
            <a:ext cx="80660" cy="8066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8415" y="2191476"/>
            <a:ext cx="80660" cy="806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5021" y="2191476"/>
            <a:ext cx="80660" cy="806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629" y="2191476"/>
            <a:ext cx="80660" cy="806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8415" y="1958084"/>
            <a:ext cx="80660" cy="8066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5021" y="1958084"/>
            <a:ext cx="80660" cy="8066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629" y="1958084"/>
            <a:ext cx="80660" cy="8066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8415" y="1724692"/>
            <a:ext cx="80660" cy="806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5021" y="1724692"/>
            <a:ext cx="80660" cy="8066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629" y="1724692"/>
            <a:ext cx="80660" cy="8066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8415" y="1491299"/>
            <a:ext cx="80660" cy="8066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5021" y="1491299"/>
            <a:ext cx="80660" cy="8066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629" y="1491299"/>
            <a:ext cx="80660" cy="8066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8237" y="1491299"/>
            <a:ext cx="80660" cy="8066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4845" y="1491299"/>
            <a:ext cx="80660" cy="8066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78060" y="1491299"/>
            <a:ext cx="80660" cy="8066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1452" y="1491299"/>
            <a:ext cx="80660" cy="8066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4668" y="1491299"/>
            <a:ext cx="80660" cy="8066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8415" y="1257907"/>
            <a:ext cx="80660" cy="8066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5021" y="1257907"/>
            <a:ext cx="80660" cy="8066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629" y="1257907"/>
            <a:ext cx="80660" cy="80660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8237" y="1257907"/>
            <a:ext cx="80660" cy="8066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4845" y="1257907"/>
            <a:ext cx="80660" cy="8066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1452" y="1257907"/>
            <a:ext cx="80660" cy="8066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78060" y="1257907"/>
            <a:ext cx="80660" cy="8066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4668" y="1257907"/>
            <a:ext cx="80660" cy="8066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8415" y="1024515"/>
            <a:ext cx="80660" cy="8066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5021" y="1024515"/>
            <a:ext cx="80660" cy="80660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629" y="1024515"/>
            <a:ext cx="80660" cy="8066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8237" y="1024515"/>
            <a:ext cx="80660" cy="8066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4845" y="1024515"/>
            <a:ext cx="80660" cy="8066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1452" y="1024515"/>
            <a:ext cx="80660" cy="8066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78060" y="1024515"/>
            <a:ext cx="80660" cy="8066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4668" y="1024515"/>
            <a:ext cx="80660" cy="80660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14865565" y="8477263"/>
            <a:ext cx="2388235" cy="781685"/>
          </a:xfrm>
          <a:custGeom>
            <a:avLst/>
            <a:gdLst/>
            <a:ahLst/>
            <a:cxnLst/>
            <a:rect l="l" t="t" r="r" b="b"/>
            <a:pathLst>
              <a:path w="2388234" h="781684">
                <a:moveTo>
                  <a:pt x="348526" y="178849"/>
                </a:moveTo>
                <a:lnTo>
                  <a:pt x="303008" y="178849"/>
                </a:lnTo>
                <a:lnTo>
                  <a:pt x="600081" y="0"/>
                </a:lnTo>
                <a:lnTo>
                  <a:pt x="645191" y="27179"/>
                </a:lnTo>
                <a:lnTo>
                  <a:pt x="600255" y="27179"/>
                </a:lnTo>
                <a:lnTo>
                  <a:pt x="348526" y="178849"/>
                </a:lnTo>
                <a:close/>
              </a:path>
              <a:path w="2388234" h="781684">
                <a:moveTo>
                  <a:pt x="942329" y="178849"/>
                </a:moveTo>
                <a:lnTo>
                  <a:pt x="896920" y="178849"/>
                </a:lnTo>
                <a:lnTo>
                  <a:pt x="1194109" y="0"/>
                </a:lnTo>
                <a:lnTo>
                  <a:pt x="1239219" y="27179"/>
                </a:lnTo>
                <a:lnTo>
                  <a:pt x="1194749" y="27179"/>
                </a:lnTo>
                <a:lnTo>
                  <a:pt x="942329" y="178849"/>
                </a:lnTo>
                <a:close/>
              </a:path>
              <a:path w="2388234" h="781684">
                <a:moveTo>
                  <a:pt x="1536698" y="178849"/>
                </a:moveTo>
                <a:lnTo>
                  <a:pt x="1490948" y="178849"/>
                </a:lnTo>
                <a:lnTo>
                  <a:pt x="1788195" y="0"/>
                </a:lnTo>
                <a:lnTo>
                  <a:pt x="1833305" y="27179"/>
                </a:lnTo>
                <a:lnTo>
                  <a:pt x="1788427" y="27179"/>
                </a:lnTo>
                <a:lnTo>
                  <a:pt x="1536698" y="178849"/>
                </a:lnTo>
                <a:close/>
              </a:path>
              <a:path w="2388234" h="781684">
                <a:moveTo>
                  <a:pt x="303416" y="206029"/>
                </a:moveTo>
                <a:lnTo>
                  <a:pt x="0" y="23571"/>
                </a:lnTo>
                <a:lnTo>
                  <a:pt x="11989" y="3608"/>
                </a:lnTo>
                <a:lnTo>
                  <a:pt x="303008" y="178849"/>
                </a:lnTo>
                <a:lnTo>
                  <a:pt x="348526" y="178849"/>
                </a:lnTo>
                <a:lnTo>
                  <a:pt x="303416" y="206029"/>
                </a:lnTo>
                <a:close/>
              </a:path>
              <a:path w="2388234" h="781684">
                <a:moveTo>
                  <a:pt x="2130378" y="178849"/>
                </a:moveTo>
                <a:lnTo>
                  <a:pt x="2085034" y="178849"/>
                </a:lnTo>
                <a:lnTo>
                  <a:pt x="2376053" y="3608"/>
                </a:lnTo>
                <a:lnTo>
                  <a:pt x="2388101" y="23571"/>
                </a:lnTo>
                <a:lnTo>
                  <a:pt x="2130378" y="178849"/>
                </a:lnTo>
                <a:close/>
              </a:path>
              <a:path w="2388234" h="781684">
                <a:moveTo>
                  <a:pt x="897095" y="206029"/>
                </a:moveTo>
                <a:lnTo>
                  <a:pt x="600255" y="27179"/>
                </a:lnTo>
                <a:lnTo>
                  <a:pt x="645191" y="27179"/>
                </a:lnTo>
                <a:lnTo>
                  <a:pt x="896920" y="178849"/>
                </a:lnTo>
                <a:lnTo>
                  <a:pt x="942329" y="178849"/>
                </a:lnTo>
                <a:lnTo>
                  <a:pt x="897095" y="206029"/>
                </a:lnTo>
                <a:close/>
              </a:path>
              <a:path w="2388234" h="781684">
                <a:moveTo>
                  <a:pt x="1491588" y="206029"/>
                </a:moveTo>
                <a:lnTo>
                  <a:pt x="1194749" y="27179"/>
                </a:lnTo>
                <a:lnTo>
                  <a:pt x="1239219" y="27179"/>
                </a:lnTo>
                <a:lnTo>
                  <a:pt x="1490948" y="178849"/>
                </a:lnTo>
                <a:lnTo>
                  <a:pt x="1536698" y="178849"/>
                </a:lnTo>
                <a:lnTo>
                  <a:pt x="1491588" y="206029"/>
                </a:lnTo>
                <a:close/>
              </a:path>
              <a:path w="2388234" h="781684">
                <a:moveTo>
                  <a:pt x="2085267" y="206029"/>
                </a:moveTo>
                <a:lnTo>
                  <a:pt x="1788427" y="27179"/>
                </a:lnTo>
                <a:lnTo>
                  <a:pt x="1833305" y="27179"/>
                </a:lnTo>
                <a:lnTo>
                  <a:pt x="2085034" y="178849"/>
                </a:lnTo>
                <a:lnTo>
                  <a:pt x="2130378" y="178849"/>
                </a:lnTo>
                <a:lnTo>
                  <a:pt x="2085267" y="206029"/>
                </a:lnTo>
                <a:close/>
              </a:path>
              <a:path w="2388234" h="781684">
                <a:moveTo>
                  <a:pt x="348505" y="466243"/>
                </a:moveTo>
                <a:lnTo>
                  <a:pt x="304289" y="466243"/>
                </a:lnTo>
                <a:lnTo>
                  <a:pt x="601128" y="287393"/>
                </a:lnTo>
                <a:lnTo>
                  <a:pt x="646625" y="314806"/>
                </a:lnTo>
                <a:lnTo>
                  <a:pt x="599848" y="314806"/>
                </a:lnTo>
                <a:lnTo>
                  <a:pt x="348505" y="466243"/>
                </a:lnTo>
                <a:close/>
              </a:path>
              <a:path w="2388234" h="781684">
                <a:moveTo>
                  <a:pt x="942184" y="466243"/>
                </a:moveTo>
                <a:lnTo>
                  <a:pt x="897968" y="466243"/>
                </a:lnTo>
                <a:lnTo>
                  <a:pt x="1194807" y="287393"/>
                </a:lnTo>
                <a:lnTo>
                  <a:pt x="1240304" y="314806"/>
                </a:lnTo>
                <a:lnTo>
                  <a:pt x="1193527" y="314806"/>
                </a:lnTo>
                <a:lnTo>
                  <a:pt x="942184" y="466243"/>
                </a:lnTo>
                <a:close/>
              </a:path>
              <a:path w="2388234" h="781684">
                <a:moveTo>
                  <a:pt x="1536014" y="466243"/>
                </a:moveTo>
                <a:lnTo>
                  <a:pt x="1491646" y="466243"/>
                </a:lnTo>
                <a:lnTo>
                  <a:pt x="1788486" y="287393"/>
                </a:lnTo>
                <a:lnTo>
                  <a:pt x="1833982" y="314806"/>
                </a:lnTo>
                <a:lnTo>
                  <a:pt x="1788195" y="314806"/>
                </a:lnTo>
                <a:lnTo>
                  <a:pt x="1536014" y="466243"/>
                </a:lnTo>
                <a:close/>
              </a:path>
              <a:path w="2388234" h="781684">
                <a:moveTo>
                  <a:pt x="303008" y="493656"/>
                </a:moveTo>
                <a:lnTo>
                  <a:pt x="0" y="311197"/>
                </a:lnTo>
                <a:lnTo>
                  <a:pt x="11989" y="291002"/>
                </a:lnTo>
                <a:lnTo>
                  <a:pt x="304289" y="466243"/>
                </a:lnTo>
                <a:lnTo>
                  <a:pt x="348505" y="466243"/>
                </a:lnTo>
                <a:lnTo>
                  <a:pt x="303008" y="493656"/>
                </a:lnTo>
                <a:close/>
              </a:path>
              <a:path w="2388234" h="781684">
                <a:moveTo>
                  <a:pt x="2130575" y="466243"/>
                </a:moveTo>
                <a:lnTo>
                  <a:pt x="2085325" y="466243"/>
                </a:lnTo>
                <a:lnTo>
                  <a:pt x="2376344" y="291002"/>
                </a:lnTo>
                <a:lnTo>
                  <a:pt x="2388159" y="311197"/>
                </a:lnTo>
                <a:lnTo>
                  <a:pt x="2130575" y="466243"/>
                </a:lnTo>
                <a:close/>
              </a:path>
              <a:path w="2388234" h="781684">
                <a:moveTo>
                  <a:pt x="896687" y="493656"/>
                </a:moveTo>
                <a:lnTo>
                  <a:pt x="599848" y="314806"/>
                </a:lnTo>
                <a:lnTo>
                  <a:pt x="646625" y="314806"/>
                </a:lnTo>
                <a:lnTo>
                  <a:pt x="897968" y="466243"/>
                </a:lnTo>
                <a:lnTo>
                  <a:pt x="942184" y="466243"/>
                </a:lnTo>
                <a:lnTo>
                  <a:pt x="896687" y="493656"/>
                </a:lnTo>
                <a:close/>
              </a:path>
              <a:path w="2388234" h="781684">
                <a:moveTo>
                  <a:pt x="1490366" y="493656"/>
                </a:moveTo>
                <a:lnTo>
                  <a:pt x="1193527" y="314806"/>
                </a:lnTo>
                <a:lnTo>
                  <a:pt x="1240304" y="314806"/>
                </a:lnTo>
                <a:lnTo>
                  <a:pt x="1491646" y="466243"/>
                </a:lnTo>
                <a:lnTo>
                  <a:pt x="1536014" y="466243"/>
                </a:lnTo>
                <a:lnTo>
                  <a:pt x="1490366" y="493656"/>
                </a:lnTo>
                <a:close/>
              </a:path>
              <a:path w="2388234" h="781684">
                <a:moveTo>
                  <a:pt x="2085034" y="493656"/>
                </a:moveTo>
                <a:lnTo>
                  <a:pt x="1788195" y="314806"/>
                </a:lnTo>
                <a:lnTo>
                  <a:pt x="1833982" y="314806"/>
                </a:lnTo>
                <a:lnTo>
                  <a:pt x="2085325" y="466243"/>
                </a:lnTo>
                <a:lnTo>
                  <a:pt x="2130575" y="466243"/>
                </a:lnTo>
                <a:lnTo>
                  <a:pt x="2085034" y="493656"/>
                </a:lnTo>
                <a:close/>
              </a:path>
              <a:path w="2388234" h="781684">
                <a:moveTo>
                  <a:pt x="348119" y="754103"/>
                </a:moveTo>
                <a:lnTo>
                  <a:pt x="304056" y="754103"/>
                </a:lnTo>
                <a:lnTo>
                  <a:pt x="600895" y="575253"/>
                </a:lnTo>
                <a:lnTo>
                  <a:pt x="646006" y="602432"/>
                </a:lnTo>
                <a:lnTo>
                  <a:pt x="599848" y="602432"/>
                </a:lnTo>
                <a:lnTo>
                  <a:pt x="348119" y="754103"/>
                </a:lnTo>
                <a:close/>
              </a:path>
              <a:path w="2388234" h="781684">
                <a:moveTo>
                  <a:pt x="941797" y="754103"/>
                </a:moveTo>
                <a:lnTo>
                  <a:pt x="897735" y="754103"/>
                </a:lnTo>
                <a:lnTo>
                  <a:pt x="1194574" y="575253"/>
                </a:lnTo>
                <a:lnTo>
                  <a:pt x="1239684" y="602432"/>
                </a:lnTo>
                <a:lnTo>
                  <a:pt x="1193527" y="602432"/>
                </a:lnTo>
                <a:lnTo>
                  <a:pt x="941797" y="754103"/>
                </a:lnTo>
                <a:close/>
              </a:path>
              <a:path w="2388234" h="781684">
                <a:moveTo>
                  <a:pt x="1535627" y="754103"/>
                </a:moveTo>
                <a:lnTo>
                  <a:pt x="1491413" y="754103"/>
                </a:lnTo>
                <a:lnTo>
                  <a:pt x="1788253" y="575253"/>
                </a:lnTo>
                <a:lnTo>
                  <a:pt x="1833363" y="602432"/>
                </a:lnTo>
                <a:lnTo>
                  <a:pt x="1788195" y="602432"/>
                </a:lnTo>
                <a:lnTo>
                  <a:pt x="1535627" y="754103"/>
                </a:lnTo>
                <a:close/>
              </a:path>
              <a:path w="2388234" h="781684">
                <a:moveTo>
                  <a:pt x="303008" y="781282"/>
                </a:moveTo>
                <a:lnTo>
                  <a:pt x="0" y="598824"/>
                </a:lnTo>
                <a:lnTo>
                  <a:pt x="13037" y="578861"/>
                </a:lnTo>
                <a:lnTo>
                  <a:pt x="304056" y="754103"/>
                </a:lnTo>
                <a:lnTo>
                  <a:pt x="348119" y="754103"/>
                </a:lnTo>
                <a:lnTo>
                  <a:pt x="303008" y="781282"/>
                </a:lnTo>
                <a:close/>
              </a:path>
              <a:path w="2388234" h="781684">
                <a:moveTo>
                  <a:pt x="2130189" y="754103"/>
                </a:moveTo>
                <a:lnTo>
                  <a:pt x="2085092" y="754103"/>
                </a:lnTo>
                <a:lnTo>
                  <a:pt x="2376111" y="578861"/>
                </a:lnTo>
                <a:lnTo>
                  <a:pt x="2388159" y="598824"/>
                </a:lnTo>
                <a:lnTo>
                  <a:pt x="2130189" y="754103"/>
                </a:lnTo>
                <a:close/>
              </a:path>
              <a:path w="2388234" h="781684">
                <a:moveTo>
                  <a:pt x="896687" y="781282"/>
                </a:moveTo>
                <a:lnTo>
                  <a:pt x="599848" y="602432"/>
                </a:lnTo>
                <a:lnTo>
                  <a:pt x="646006" y="602432"/>
                </a:lnTo>
                <a:lnTo>
                  <a:pt x="897735" y="754103"/>
                </a:lnTo>
                <a:lnTo>
                  <a:pt x="941797" y="754103"/>
                </a:lnTo>
                <a:lnTo>
                  <a:pt x="896687" y="781282"/>
                </a:lnTo>
                <a:close/>
              </a:path>
              <a:path w="2388234" h="781684">
                <a:moveTo>
                  <a:pt x="1490366" y="781282"/>
                </a:moveTo>
                <a:lnTo>
                  <a:pt x="1193526" y="602432"/>
                </a:lnTo>
                <a:lnTo>
                  <a:pt x="1239684" y="602432"/>
                </a:lnTo>
                <a:lnTo>
                  <a:pt x="1491413" y="754103"/>
                </a:lnTo>
                <a:lnTo>
                  <a:pt x="1535627" y="754103"/>
                </a:lnTo>
                <a:lnTo>
                  <a:pt x="1490366" y="781282"/>
                </a:lnTo>
                <a:close/>
              </a:path>
              <a:path w="2388234" h="781684">
                <a:moveTo>
                  <a:pt x="2085034" y="781282"/>
                </a:moveTo>
                <a:lnTo>
                  <a:pt x="1788195" y="602432"/>
                </a:lnTo>
                <a:lnTo>
                  <a:pt x="1833363" y="602432"/>
                </a:lnTo>
                <a:lnTo>
                  <a:pt x="2085092" y="754103"/>
                </a:lnTo>
                <a:lnTo>
                  <a:pt x="2130189" y="754103"/>
                </a:lnTo>
                <a:lnTo>
                  <a:pt x="2085034" y="7812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 descr="$PPTXTitle"/>
          <p:cNvSpPr txBox="1">
            <a:spLocks noGrp="1"/>
          </p:cNvSpPr>
          <p:nvPr>
            <p:ph type="title"/>
          </p:nvPr>
        </p:nvSpPr>
        <p:spPr>
          <a:xfrm>
            <a:off x="3453856" y="496238"/>
            <a:ext cx="11761287" cy="1327809"/>
          </a:xfrm>
          <a:prstGeom prst="rect">
            <a:avLst/>
          </a:prstGeom>
        </p:spPr>
        <p:txBody>
          <a:bodyPr vert="horz" wrap="square" lIns="0" tIns="309128" rIns="0" bIns="0" rtlCol="0">
            <a:spAutoFit/>
          </a:bodyPr>
          <a:lstStyle/>
          <a:p>
            <a:pPr marL="1300480">
              <a:lnSpc>
                <a:spcPct val="100000"/>
              </a:lnSpc>
              <a:spcBef>
                <a:spcPts val="110"/>
              </a:spcBef>
            </a:pPr>
            <a:r>
              <a:rPr lang="en-US" sz="6600" dirty="0">
                <a:latin typeface="Algerian" panose="04020705040A02060702" pitchFamily="82" charset="0"/>
              </a:rPr>
              <a:t>Technology Used</a:t>
            </a:r>
            <a:endParaRPr sz="6600" dirty="0">
              <a:latin typeface="Algerian" panose="04020705040A02060702" pitchFamily="82" charset="0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064311" y="3541534"/>
            <a:ext cx="799465" cy="511809"/>
          </a:xfrm>
          <a:custGeom>
            <a:avLst/>
            <a:gdLst/>
            <a:ahLst/>
            <a:cxnLst/>
            <a:rect l="l" t="t" r="r" b="b"/>
            <a:pathLst>
              <a:path w="799464" h="511810">
                <a:moveTo>
                  <a:pt x="486829" y="511705"/>
                </a:moveTo>
                <a:lnTo>
                  <a:pt x="447117" y="496361"/>
                </a:lnTo>
                <a:lnTo>
                  <a:pt x="427952" y="452993"/>
                </a:lnTo>
                <a:lnTo>
                  <a:pt x="427952" y="404406"/>
                </a:lnTo>
                <a:lnTo>
                  <a:pt x="58822" y="404406"/>
                </a:lnTo>
                <a:lnTo>
                  <a:pt x="35948" y="399776"/>
                </a:lnTo>
                <a:lnTo>
                  <a:pt x="17248" y="387157"/>
                </a:lnTo>
                <a:lnTo>
                  <a:pt x="4629" y="368457"/>
                </a:lnTo>
                <a:lnTo>
                  <a:pt x="0" y="345583"/>
                </a:lnTo>
                <a:lnTo>
                  <a:pt x="0" y="189997"/>
                </a:lnTo>
                <a:lnTo>
                  <a:pt x="4629" y="167128"/>
                </a:lnTo>
                <a:lnTo>
                  <a:pt x="17248" y="148431"/>
                </a:lnTo>
                <a:lnTo>
                  <a:pt x="35948" y="135813"/>
                </a:lnTo>
                <a:lnTo>
                  <a:pt x="58822" y="131184"/>
                </a:lnTo>
                <a:lnTo>
                  <a:pt x="427952" y="131184"/>
                </a:lnTo>
                <a:lnTo>
                  <a:pt x="427952" y="58487"/>
                </a:lnTo>
                <a:lnTo>
                  <a:pt x="447165" y="14983"/>
                </a:lnTo>
                <a:lnTo>
                  <a:pt x="492749" y="0"/>
                </a:lnTo>
                <a:lnTo>
                  <a:pt x="508429" y="3885"/>
                </a:lnTo>
                <a:lnTo>
                  <a:pt x="522780" y="12158"/>
                </a:lnTo>
                <a:lnTo>
                  <a:pt x="563156" y="43525"/>
                </a:lnTo>
                <a:lnTo>
                  <a:pt x="488933" y="43525"/>
                </a:lnTo>
                <a:lnTo>
                  <a:pt x="483098" y="45558"/>
                </a:lnTo>
                <a:lnTo>
                  <a:pt x="478652" y="47727"/>
                </a:lnTo>
                <a:lnTo>
                  <a:pt x="473483" y="51050"/>
                </a:lnTo>
                <a:lnTo>
                  <a:pt x="473483" y="153949"/>
                </a:lnTo>
                <a:lnTo>
                  <a:pt x="471693" y="162811"/>
                </a:lnTo>
                <a:lnTo>
                  <a:pt x="466814" y="170047"/>
                </a:lnTo>
                <a:lnTo>
                  <a:pt x="459578" y="174926"/>
                </a:lnTo>
                <a:lnTo>
                  <a:pt x="450717" y="176714"/>
                </a:lnTo>
                <a:lnTo>
                  <a:pt x="51498" y="176714"/>
                </a:lnTo>
                <a:lnTo>
                  <a:pt x="45528" y="182673"/>
                </a:lnTo>
                <a:lnTo>
                  <a:pt x="45528" y="352907"/>
                </a:lnTo>
                <a:lnTo>
                  <a:pt x="51498" y="358877"/>
                </a:lnTo>
                <a:lnTo>
                  <a:pt x="450715" y="358877"/>
                </a:lnTo>
                <a:lnTo>
                  <a:pt x="459576" y="360666"/>
                </a:lnTo>
                <a:lnTo>
                  <a:pt x="466813" y="365546"/>
                </a:lnTo>
                <a:lnTo>
                  <a:pt x="471691" y="372782"/>
                </a:lnTo>
                <a:lnTo>
                  <a:pt x="473480" y="381643"/>
                </a:lnTo>
                <a:lnTo>
                  <a:pt x="473480" y="460329"/>
                </a:lnTo>
                <a:lnTo>
                  <a:pt x="478638" y="463653"/>
                </a:lnTo>
                <a:lnTo>
                  <a:pt x="483107" y="465845"/>
                </a:lnTo>
                <a:lnTo>
                  <a:pt x="488976" y="467901"/>
                </a:lnTo>
                <a:lnTo>
                  <a:pt x="563176" y="467901"/>
                </a:lnTo>
                <a:lnTo>
                  <a:pt x="522766" y="499332"/>
                </a:lnTo>
                <a:lnTo>
                  <a:pt x="514478" y="504717"/>
                </a:lnTo>
                <a:lnTo>
                  <a:pt x="505606" y="508587"/>
                </a:lnTo>
                <a:lnTo>
                  <a:pt x="496330" y="510922"/>
                </a:lnTo>
                <a:lnTo>
                  <a:pt x="486829" y="511705"/>
                </a:lnTo>
                <a:close/>
              </a:path>
              <a:path w="799464" h="511810">
                <a:moveTo>
                  <a:pt x="563176" y="467901"/>
                </a:moveTo>
                <a:lnTo>
                  <a:pt x="488976" y="467901"/>
                </a:lnTo>
                <a:lnTo>
                  <a:pt x="752996" y="262578"/>
                </a:lnTo>
                <a:lnTo>
                  <a:pt x="753662" y="258009"/>
                </a:lnTo>
                <a:lnTo>
                  <a:pt x="753662" y="253209"/>
                </a:lnTo>
                <a:lnTo>
                  <a:pt x="752996" y="248652"/>
                </a:lnTo>
                <a:lnTo>
                  <a:pt x="488933" y="43525"/>
                </a:lnTo>
                <a:lnTo>
                  <a:pt x="563156" y="43525"/>
                </a:lnTo>
                <a:lnTo>
                  <a:pt x="776502" y="209268"/>
                </a:lnTo>
                <a:lnTo>
                  <a:pt x="797674" y="242233"/>
                </a:lnTo>
                <a:lnTo>
                  <a:pt x="799191" y="255609"/>
                </a:lnTo>
                <a:lnTo>
                  <a:pt x="797673" y="268987"/>
                </a:lnTo>
                <a:lnTo>
                  <a:pt x="793253" y="281442"/>
                </a:lnTo>
                <a:lnTo>
                  <a:pt x="786130" y="292571"/>
                </a:lnTo>
                <a:lnTo>
                  <a:pt x="776503" y="301973"/>
                </a:lnTo>
                <a:lnTo>
                  <a:pt x="563176" y="467901"/>
                </a:lnTo>
                <a:close/>
              </a:path>
            </a:pathLst>
          </a:custGeom>
          <a:solidFill>
            <a:srgbClr val="170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064311" y="4714819"/>
            <a:ext cx="799465" cy="511809"/>
          </a:xfrm>
          <a:custGeom>
            <a:avLst/>
            <a:gdLst/>
            <a:ahLst/>
            <a:cxnLst/>
            <a:rect l="l" t="t" r="r" b="b"/>
            <a:pathLst>
              <a:path w="799464" h="511810">
                <a:moveTo>
                  <a:pt x="486829" y="511705"/>
                </a:moveTo>
                <a:lnTo>
                  <a:pt x="447117" y="496361"/>
                </a:lnTo>
                <a:lnTo>
                  <a:pt x="427952" y="452993"/>
                </a:lnTo>
                <a:lnTo>
                  <a:pt x="427952" y="404406"/>
                </a:lnTo>
                <a:lnTo>
                  <a:pt x="58822" y="404406"/>
                </a:lnTo>
                <a:lnTo>
                  <a:pt x="35948" y="399776"/>
                </a:lnTo>
                <a:lnTo>
                  <a:pt x="17248" y="387157"/>
                </a:lnTo>
                <a:lnTo>
                  <a:pt x="4629" y="368457"/>
                </a:lnTo>
                <a:lnTo>
                  <a:pt x="0" y="345583"/>
                </a:lnTo>
                <a:lnTo>
                  <a:pt x="0" y="189997"/>
                </a:lnTo>
                <a:lnTo>
                  <a:pt x="4629" y="167128"/>
                </a:lnTo>
                <a:lnTo>
                  <a:pt x="17248" y="148431"/>
                </a:lnTo>
                <a:lnTo>
                  <a:pt x="35948" y="135813"/>
                </a:lnTo>
                <a:lnTo>
                  <a:pt x="58822" y="131184"/>
                </a:lnTo>
                <a:lnTo>
                  <a:pt x="427952" y="131184"/>
                </a:lnTo>
                <a:lnTo>
                  <a:pt x="427952" y="58487"/>
                </a:lnTo>
                <a:lnTo>
                  <a:pt x="447165" y="14983"/>
                </a:lnTo>
                <a:lnTo>
                  <a:pt x="492749" y="0"/>
                </a:lnTo>
                <a:lnTo>
                  <a:pt x="508429" y="3885"/>
                </a:lnTo>
                <a:lnTo>
                  <a:pt x="522780" y="12158"/>
                </a:lnTo>
                <a:lnTo>
                  <a:pt x="563156" y="43525"/>
                </a:lnTo>
                <a:lnTo>
                  <a:pt x="488933" y="43525"/>
                </a:lnTo>
                <a:lnTo>
                  <a:pt x="483098" y="45558"/>
                </a:lnTo>
                <a:lnTo>
                  <a:pt x="478652" y="47727"/>
                </a:lnTo>
                <a:lnTo>
                  <a:pt x="473483" y="51050"/>
                </a:lnTo>
                <a:lnTo>
                  <a:pt x="473483" y="153949"/>
                </a:lnTo>
                <a:lnTo>
                  <a:pt x="471693" y="162811"/>
                </a:lnTo>
                <a:lnTo>
                  <a:pt x="466814" y="170047"/>
                </a:lnTo>
                <a:lnTo>
                  <a:pt x="459578" y="174926"/>
                </a:lnTo>
                <a:lnTo>
                  <a:pt x="450717" y="176714"/>
                </a:lnTo>
                <a:lnTo>
                  <a:pt x="51498" y="176714"/>
                </a:lnTo>
                <a:lnTo>
                  <a:pt x="45528" y="182673"/>
                </a:lnTo>
                <a:lnTo>
                  <a:pt x="45528" y="352907"/>
                </a:lnTo>
                <a:lnTo>
                  <a:pt x="51498" y="358877"/>
                </a:lnTo>
                <a:lnTo>
                  <a:pt x="450715" y="358877"/>
                </a:lnTo>
                <a:lnTo>
                  <a:pt x="459576" y="360666"/>
                </a:lnTo>
                <a:lnTo>
                  <a:pt x="466813" y="365546"/>
                </a:lnTo>
                <a:lnTo>
                  <a:pt x="471691" y="372782"/>
                </a:lnTo>
                <a:lnTo>
                  <a:pt x="473480" y="381643"/>
                </a:lnTo>
                <a:lnTo>
                  <a:pt x="473480" y="460329"/>
                </a:lnTo>
                <a:lnTo>
                  <a:pt x="478638" y="463653"/>
                </a:lnTo>
                <a:lnTo>
                  <a:pt x="483107" y="465845"/>
                </a:lnTo>
                <a:lnTo>
                  <a:pt x="488976" y="467901"/>
                </a:lnTo>
                <a:lnTo>
                  <a:pt x="563176" y="467901"/>
                </a:lnTo>
                <a:lnTo>
                  <a:pt x="522766" y="499332"/>
                </a:lnTo>
                <a:lnTo>
                  <a:pt x="514478" y="504717"/>
                </a:lnTo>
                <a:lnTo>
                  <a:pt x="505606" y="508587"/>
                </a:lnTo>
                <a:lnTo>
                  <a:pt x="496330" y="510922"/>
                </a:lnTo>
                <a:lnTo>
                  <a:pt x="486829" y="511705"/>
                </a:lnTo>
                <a:close/>
              </a:path>
              <a:path w="799464" h="511810">
                <a:moveTo>
                  <a:pt x="563176" y="467901"/>
                </a:moveTo>
                <a:lnTo>
                  <a:pt x="488976" y="467901"/>
                </a:lnTo>
                <a:lnTo>
                  <a:pt x="752996" y="262578"/>
                </a:lnTo>
                <a:lnTo>
                  <a:pt x="753662" y="258009"/>
                </a:lnTo>
                <a:lnTo>
                  <a:pt x="753662" y="253209"/>
                </a:lnTo>
                <a:lnTo>
                  <a:pt x="752996" y="248652"/>
                </a:lnTo>
                <a:lnTo>
                  <a:pt x="488933" y="43525"/>
                </a:lnTo>
                <a:lnTo>
                  <a:pt x="563156" y="43525"/>
                </a:lnTo>
                <a:lnTo>
                  <a:pt x="776502" y="209268"/>
                </a:lnTo>
                <a:lnTo>
                  <a:pt x="797674" y="242233"/>
                </a:lnTo>
                <a:lnTo>
                  <a:pt x="799191" y="255609"/>
                </a:lnTo>
                <a:lnTo>
                  <a:pt x="797673" y="268987"/>
                </a:lnTo>
                <a:lnTo>
                  <a:pt x="793253" y="281442"/>
                </a:lnTo>
                <a:lnTo>
                  <a:pt x="786130" y="292571"/>
                </a:lnTo>
                <a:lnTo>
                  <a:pt x="776503" y="301973"/>
                </a:lnTo>
                <a:lnTo>
                  <a:pt x="563176" y="467901"/>
                </a:lnTo>
                <a:close/>
              </a:path>
            </a:pathLst>
          </a:custGeom>
          <a:solidFill>
            <a:srgbClr val="170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167670" y="7528022"/>
            <a:ext cx="799465" cy="511809"/>
          </a:xfrm>
          <a:custGeom>
            <a:avLst/>
            <a:gdLst/>
            <a:ahLst/>
            <a:cxnLst/>
            <a:rect l="l" t="t" r="r" b="b"/>
            <a:pathLst>
              <a:path w="799464" h="511809">
                <a:moveTo>
                  <a:pt x="486829" y="511705"/>
                </a:moveTo>
                <a:lnTo>
                  <a:pt x="447117" y="496361"/>
                </a:lnTo>
                <a:lnTo>
                  <a:pt x="427952" y="452993"/>
                </a:lnTo>
                <a:lnTo>
                  <a:pt x="427952" y="404406"/>
                </a:lnTo>
                <a:lnTo>
                  <a:pt x="58822" y="404406"/>
                </a:lnTo>
                <a:lnTo>
                  <a:pt x="35948" y="399776"/>
                </a:lnTo>
                <a:lnTo>
                  <a:pt x="17248" y="387157"/>
                </a:lnTo>
                <a:lnTo>
                  <a:pt x="4629" y="368457"/>
                </a:lnTo>
                <a:lnTo>
                  <a:pt x="0" y="345583"/>
                </a:lnTo>
                <a:lnTo>
                  <a:pt x="0" y="189997"/>
                </a:lnTo>
                <a:lnTo>
                  <a:pt x="4629" y="167128"/>
                </a:lnTo>
                <a:lnTo>
                  <a:pt x="17248" y="148431"/>
                </a:lnTo>
                <a:lnTo>
                  <a:pt x="35948" y="135813"/>
                </a:lnTo>
                <a:lnTo>
                  <a:pt x="58822" y="131184"/>
                </a:lnTo>
                <a:lnTo>
                  <a:pt x="427952" y="131184"/>
                </a:lnTo>
                <a:lnTo>
                  <a:pt x="427952" y="58487"/>
                </a:lnTo>
                <a:lnTo>
                  <a:pt x="447165" y="14983"/>
                </a:lnTo>
                <a:lnTo>
                  <a:pt x="492749" y="0"/>
                </a:lnTo>
                <a:lnTo>
                  <a:pt x="508429" y="3885"/>
                </a:lnTo>
                <a:lnTo>
                  <a:pt x="522780" y="12158"/>
                </a:lnTo>
                <a:lnTo>
                  <a:pt x="563156" y="43525"/>
                </a:lnTo>
                <a:lnTo>
                  <a:pt x="488933" y="43525"/>
                </a:lnTo>
                <a:lnTo>
                  <a:pt x="483098" y="45558"/>
                </a:lnTo>
                <a:lnTo>
                  <a:pt x="478652" y="47727"/>
                </a:lnTo>
                <a:lnTo>
                  <a:pt x="473483" y="51050"/>
                </a:lnTo>
                <a:lnTo>
                  <a:pt x="473483" y="153949"/>
                </a:lnTo>
                <a:lnTo>
                  <a:pt x="471693" y="162811"/>
                </a:lnTo>
                <a:lnTo>
                  <a:pt x="466814" y="170047"/>
                </a:lnTo>
                <a:lnTo>
                  <a:pt x="459578" y="174926"/>
                </a:lnTo>
                <a:lnTo>
                  <a:pt x="450717" y="176714"/>
                </a:lnTo>
                <a:lnTo>
                  <a:pt x="51498" y="176714"/>
                </a:lnTo>
                <a:lnTo>
                  <a:pt x="45528" y="182673"/>
                </a:lnTo>
                <a:lnTo>
                  <a:pt x="45528" y="352907"/>
                </a:lnTo>
                <a:lnTo>
                  <a:pt x="51498" y="358877"/>
                </a:lnTo>
                <a:lnTo>
                  <a:pt x="450715" y="358877"/>
                </a:lnTo>
                <a:lnTo>
                  <a:pt x="459576" y="360666"/>
                </a:lnTo>
                <a:lnTo>
                  <a:pt x="466813" y="365546"/>
                </a:lnTo>
                <a:lnTo>
                  <a:pt x="471691" y="372782"/>
                </a:lnTo>
                <a:lnTo>
                  <a:pt x="473480" y="381643"/>
                </a:lnTo>
                <a:lnTo>
                  <a:pt x="473480" y="460329"/>
                </a:lnTo>
                <a:lnTo>
                  <a:pt x="478638" y="463653"/>
                </a:lnTo>
                <a:lnTo>
                  <a:pt x="483107" y="465845"/>
                </a:lnTo>
                <a:lnTo>
                  <a:pt x="488976" y="467901"/>
                </a:lnTo>
                <a:lnTo>
                  <a:pt x="563176" y="467901"/>
                </a:lnTo>
                <a:lnTo>
                  <a:pt x="522766" y="499332"/>
                </a:lnTo>
                <a:lnTo>
                  <a:pt x="514478" y="504717"/>
                </a:lnTo>
                <a:lnTo>
                  <a:pt x="505606" y="508587"/>
                </a:lnTo>
                <a:lnTo>
                  <a:pt x="496330" y="510922"/>
                </a:lnTo>
                <a:lnTo>
                  <a:pt x="486829" y="511705"/>
                </a:lnTo>
                <a:close/>
              </a:path>
              <a:path w="799464" h="511809">
                <a:moveTo>
                  <a:pt x="563176" y="467901"/>
                </a:moveTo>
                <a:lnTo>
                  <a:pt x="488976" y="467901"/>
                </a:lnTo>
                <a:lnTo>
                  <a:pt x="752996" y="262578"/>
                </a:lnTo>
                <a:lnTo>
                  <a:pt x="753662" y="258009"/>
                </a:lnTo>
                <a:lnTo>
                  <a:pt x="753662" y="253209"/>
                </a:lnTo>
                <a:lnTo>
                  <a:pt x="752996" y="248652"/>
                </a:lnTo>
                <a:lnTo>
                  <a:pt x="488933" y="43525"/>
                </a:lnTo>
                <a:lnTo>
                  <a:pt x="563156" y="43525"/>
                </a:lnTo>
                <a:lnTo>
                  <a:pt x="776502" y="209268"/>
                </a:lnTo>
                <a:lnTo>
                  <a:pt x="797674" y="242233"/>
                </a:lnTo>
                <a:lnTo>
                  <a:pt x="799191" y="255609"/>
                </a:lnTo>
                <a:lnTo>
                  <a:pt x="797673" y="268987"/>
                </a:lnTo>
                <a:lnTo>
                  <a:pt x="793253" y="281442"/>
                </a:lnTo>
                <a:lnTo>
                  <a:pt x="786130" y="292571"/>
                </a:lnTo>
                <a:lnTo>
                  <a:pt x="776503" y="301973"/>
                </a:lnTo>
                <a:lnTo>
                  <a:pt x="563176" y="467901"/>
                </a:lnTo>
                <a:close/>
              </a:path>
            </a:pathLst>
          </a:custGeom>
          <a:solidFill>
            <a:srgbClr val="170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289189" y="2542920"/>
            <a:ext cx="13065125" cy="551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285" dirty="0">
                <a:latin typeface="Lucida Sans Unicode"/>
                <a:cs typeface="Lucida Sans Unicode"/>
              </a:rPr>
              <a:t>HTML,</a:t>
            </a:r>
            <a:r>
              <a:rPr sz="3800" spc="-160" dirty="0">
                <a:latin typeface="Lucida Sans Unicode"/>
                <a:cs typeface="Lucida Sans Unicode"/>
              </a:rPr>
              <a:t> </a:t>
            </a:r>
            <a:r>
              <a:rPr sz="3800" dirty="0">
                <a:latin typeface="Lucida Sans Unicode"/>
                <a:cs typeface="Lucida Sans Unicode"/>
              </a:rPr>
              <a:t>CSS,</a:t>
            </a:r>
            <a:r>
              <a:rPr sz="3800" spc="-160" dirty="0">
                <a:latin typeface="Lucida Sans Unicode"/>
                <a:cs typeface="Lucida Sans Unicode"/>
              </a:rPr>
              <a:t> </a:t>
            </a:r>
            <a:r>
              <a:rPr sz="3800" spc="215" dirty="0">
                <a:latin typeface="Lucida Sans Unicode"/>
                <a:cs typeface="Lucida Sans Unicode"/>
              </a:rPr>
              <a:t>JavaScript</a:t>
            </a:r>
            <a:r>
              <a:rPr sz="3800" spc="-160" dirty="0">
                <a:latin typeface="Lucida Sans Unicode"/>
                <a:cs typeface="Lucida Sans Unicode"/>
              </a:rPr>
              <a:t> </a:t>
            </a:r>
            <a:r>
              <a:rPr sz="3800" spc="665" dirty="0">
                <a:latin typeface="Lucida Sans Unicode"/>
                <a:cs typeface="Lucida Sans Unicode"/>
              </a:rPr>
              <a:t>–</a:t>
            </a:r>
            <a:r>
              <a:rPr sz="3800" spc="-155" dirty="0">
                <a:latin typeface="Lucida Sans Unicode"/>
                <a:cs typeface="Lucida Sans Unicode"/>
              </a:rPr>
              <a:t> </a:t>
            </a:r>
            <a:r>
              <a:rPr sz="3800" spc="-145" dirty="0">
                <a:latin typeface="Lucida Sans Unicode"/>
                <a:cs typeface="Lucida Sans Unicode"/>
              </a:rPr>
              <a:t>To</a:t>
            </a:r>
            <a:r>
              <a:rPr sz="3800" spc="-160" dirty="0">
                <a:latin typeface="Lucida Sans Unicode"/>
                <a:cs typeface="Lucida Sans Unicode"/>
              </a:rPr>
              <a:t> </a:t>
            </a:r>
            <a:r>
              <a:rPr sz="3800" spc="175" dirty="0">
                <a:latin typeface="Lucida Sans Unicode"/>
                <a:cs typeface="Lucida Sans Unicode"/>
              </a:rPr>
              <a:t>create</a:t>
            </a:r>
            <a:r>
              <a:rPr sz="3800" spc="-160" dirty="0">
                <a:latin typeface="Lucida Sans Unicode"/>
                <a:cs typeface="Lucida Sans Unicode"/>
              </a:rPr>
              <a:t> </a:t>
            </a:r>
            <a:r>
              <a:rPr sz="3800" spc="75" dirty="0">
                <a:latin typeface="Lucida Sans Unicode"/>
                <a:cs typeface="Lucida Sans Unicode"/>
              </a:rPr>
              <a:t>the</a:t>
            </a:r>
            <a:r>
              <a:rPr sz="3800" spc="-155" dirty="0">
                <a:latin typeface="Lucida Sans Unicode"/>
                <a:cs typeface="Lucida Sans Unicode"/>
              </a:rPr>
              <a:t> </a:t>
            </a:r>
            <a:r>
              <a:rPr sz="3800" spc="-10" dirty="0">
                <a:latin typeface="Lucida Sans Unicode"/>
                <a:cs typeface="Lucida Sans Unicode"/>
              </a:rPr>
              <a:t>website.</a:t>
            </a:r>
            <a:endParaRPr sz="3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960"/>
              </a:spcBef>
            </a:pPr>
            <a:r>
              <a:rPr sz="3600" spc="75" dirty="0">
                <a:latin typeface="Lucida Sans Unicode"/>
                <a:cs typeface="Lucida Sans Unicode"/>
              </a:rPr>
              <a:t>Firebase</a:t>
            </a:r>
            <a:r>
              <a:rPr sz="3600" spc="-185" dirty="0">
                <a:latin typeface="Lucida Sans Unicode"/>
                <a:cs typeface="Lucida Sans Unicode"/>
              </a:rPr>
              <a:t> </a:t>
            </a:r>
            <a:r>
              <a:rPr sz="3600" spc="630" dirty="0">
                <a:latin typeface="Lucida Sans Unicode"/>
                <a:cs typeface="Lucida Sans Unicode"/>
              </a:rPr>
              <a:t>–</a:t>
            </a:r>
            <a:r>
              <a:rPr sz="3600" spc="-180" dirty="0">
                <a:latin typeface="Lucida Sans Unicode"/>
                <a:cs typeface="Lucida Sans Unicode"/>
              </a:rPr>
              <a:t> </a:t>
            </a:r>
            <a:r>
              <a:rPr sz="3600" spc="-40" dirty="0">
                <a:latin typeface="Lucida Sans Unicode"/>
                <a:cs typeface="Lucida Sans Unicode"/>
              </a:rPr>
              <a:t>For</a:t>
            </a:r>
            <a:r>
              <a:rPr sz="3600" spc="-180" dirty="0">
                <a:latin typeface="Lucida Sans Unicode"/>
                <a:cs typeface="Lucida Sans Unicode"/>
              </a:rPr>
              <a:t> </a:t>
            </a:r>
            <a:r>
              <a:rPr sz="3600" spc="-75" dirty="0">
                <a:latin typeface="Lucida Sans Unicode"/>
                <a:cs typeface="Lucida Sans Unicode"/>
              </a:rPr>
              <a:t>login,</a:t>
            </a:r>
            <a:r>
              <a:rPr sz="3600" spc="-180" dirty="0">
                <a:latin typeface="Lucida Sans Unicode"/>
                <a:cs typeface="Lucida Sans Unicode"/>
              </a:rPr>
              <a:t> </a:t>
            </a:r>
            <a:r>
              <a:rPr sz="3600" spc="150" dirty="0">
                <a:latin typeface="Lucida Sans Unicode"/>
                <a:cs typeface="Lucida Sans Unicode"/>
              </a:rPr>
              <a:t>database,</a:t>
            </a:r>
            <a:r>
              <a:rPr sz="3600" spc="-185" dirty="0">
                <a:latin typeface="Lucida Sans Unicode"/>
                <a:cs typeface="Lucida Sans Unicode"/>
              </a:rPr>
              <a:t> </a:t>
            </a:r>
            <a:r>
              <a:rPr sz="3600" spc="210" dirty="0">
                <a:latin typeface="Lucida Sans Unicode"/>
                <a:cs typeface="Lucida Sans Unicode"/>
              </a:rPr>
              <a:t>and</a:t>
            </a:r>
            <a:r>
              <a:rPr sz="3600" spc="-180" dirty="0">
                <a:latin typeface="Lucida Sans Unicode"/>
                <a:cs typeface="Lucida Sans Unicode"/>
              </a:rPr>
              <a:t> </a:t>
            </a:r>
            <a:r>
              <a:rPr sz="3600" dirty="0">
                <a:latin typeface="Lucida Sans Unicode"/>
                <a:cs typeface="Lucida Sans Unicode"/>
              </a:rPr>
              <a:t>storing</a:t>
            </a:r>
            <a:r>
              <a:rPr sz="3600" spc="-180" dirty="0">
                <a:latin typeface="Lucida Sans Unicode"/>
                <a:cs typeface="Lucida Sans Unicode"/>
              </a:rPr>
              <a:t> </a:t>
            </a:r>
            <a:r>
              <a:rPr sz="3600" spc="120" dirty="0">
                <a:latin typeface="Lucida Sans Unicode"/>
                <a:cs typeface="Lucida Sans Unicode"/>
              </a:rPr>
              <a:t>documents</a:t>
            </a:r>
            <a:endParaRPr sz="3600">
              <a:latin typeface="Lucida Sans Unicode"/>
              <a:cs typeface="Lucida Sans Unicode"/>
            </a:endParaRPr>
          </a:p>
          <a:p>
            <a:pPr marL="88265" marR="17780">
              <a:lnSpc>
                <a:spcPct val="115100"/>
              </a:lnSpc>
              <a:spcBef>
                <a:spcPts val="3329"/>
              </a:spcBef>
            </a:pPr>
            <a:r>
              <a:rPr sz="3800" spc="-60" dirty="0">
                <a:latin typeface="Lucida Sans Unicode"/>
                <a:cs typeface="Lucida Sans Unicode"/>
              </a:rPr>
              <a:t>SHA-</a:t>
            </a:r>
            <a:r>
              <a:rPr sz="3800" dirty="0">
                <a:latin typeface="Lucida Sans Unicode"/>
                <a:cs typeface="Lucida Sans Unicode"/>
              </a:rPr>
              <a:t>256</a:t>
            </a:r>
            <a:r>
              <a:rPr sz="3800" spc="935" dirty="0">
                <a:latin typeface="Lucida Sans Unicode"/>
                <a:cs typeface="Lucida Sans Unicode"/>
              </a:rPr>
              <a:t> </a:t>
            </a:r>
            <a:r>
              <a:rPr sz="3800" spc="665" dirty="0">
                <a:latin typeface="Lucida Sans Unicode"/>
                <a:cs typeface="Lucida Sans Unicode"/>
              </a:rPr>
              <a:t>–</a:t>
            </a:r>
            <a:r>
              <a:rPr sz="3800" spc="940" dirty="0">
                <a:latin typeface="Lucida Sans Unicode"/>
                <a:cs typeface="Lucida Sans Unicode"/>
              </a:rPr>
              <a:t> </a:t>
            </a:r>
            <a:r>
              <a:rPr sz="3800" dirty="0">
                <a:latin typeface="Lucida Sans Unicode"/>
                <a:cs typeface="Lucida Sans Unicode"/>
              </a:rPr>
              <a:t>To</a:t>
            </a:r>
            <a:r>
              <a:rPr sz="3800" spc="940" dirty="0">
                <a:latin typeface="Lucida Sans Unicode"/>
                <a:cs typeface="Lucida Sans Unicode"/>
              </a:rPr>
              <a:t> </a:t>
            </a:r>
            <a:r>
              <a:rPr sz="3800" spc="145" dirty="0">
                <a:latin typeface="Lucida Sans Unicode"/>
                <a:cs typeface="Lucida Sans Unicode"/>
              </a:rPr>
              <a:t>generate</a:t>
            </a:r>
            <a:r>
              <a:rPr sz="3800" spc="940" dirty="0">
                <a:latin typeface="Lucida Sans Unicode"/>
                <a:cs typeface="Lucida Sans Unicode"/>
              </a:rPr>
              <a:t> </a:t>
            </a:r>
            <a:r>
              <a:rPr sz="3800" spc="459" dirty="0">
                <a:latin typeface="Lucida Sans Unicode"/>
                <a:cs typeface="Lucida Sans Unicode"/>
              </a:rPr>
              <a:t>a</a:t>
            </a:r>
            <a:r>
              <a:rPr sz="3800" spc="940" dirty="0">
                <a:latin typeface="Lucida Sans Unicode"/>
                <a:cs typeface="Lucida Sans Unicode"/>
              </a:rPr>
              <a:t> </a:t>
            </a:r>
            <a:r>
              <a:rPr sz="3800" spc="55" dirty="0">
                <a:latin typeface="Lucida Sans Unicode"/>
                <a:cs typeface="Lucida Sans Unicode"/>
              </a:rPr>
              <a:t>unique</a:t>
            </a:r>
            <a:r>
              <a:rPr sz="3800" spc="935" dirty="0">
                <a:latin typeface="Lucida Sans Unicode"/>
                <a:cs typeface="Lucida Sans Unicode"/>
              </a:rPr>
              <a:t> </a:t>
            </a:r>
            <a:r>
              <a:rPr sz="3800" spc="204" dirty="0">
                <a:latin typeface="Lucida Sans Unicode"/>
                <a:cs typeface="Lucida Sans Unicode"/>
              </a:rPr>
              <a:t>code</a:t>
            </a:r>
            <a:r>
              <a:rPr sz="3800" spc="940" dirty="0">
                <a:latin typeface="Lucida Sans Unicode"/>
                <a:cs typeface="Lucida Sans Unicode"/>
              </a:rPr>
              <a:t> </a:t>
            </a:r>
            <a:r>
              <a:rPr sz="3800" spc="254" dirty="0">
                <a:latin typeface="Lucida Sans Unicode"/>
                <a:cs typeface="Lucida Sans Unicode"/>
              </a:rPr>
              <a:t>(hash)</a:t>
            </a:r>
            <a:r>
              <a:rPr sz="3800" spc="940" dirty="0">
                <a:latin typeface="Lucida Sans Unicode"/>
                <a:cs typeface="Lucida Sans Unicode"/>
              </a:rPr>
              <a:t> </a:t>
            </a:r>
            <a:r>
              <a:rPr sz="3800" spc="-25" dirty="0">
                <a:latin typeface="Lucida Sans Unicode"/>
                <a:cs typeface="Lucida Sans Unicode"/>
              </a:rPr>
              <a:t>for </a:t>
            </a:r>
            <a:r>
              <a:rPr sz="3800" spc="265" dirty="0">
                <a:latin typeface="Lucida Sans Unicode"/>
                <a:cs typeface="Lucida Sans Unicode"/>
              </a:rPr>
              <a:t>each</a:t>
            </a:r>
            <a:r>
              <a:rPr sz="3800" spc="-175" dirty="0">
                <a:latin typeface="Lucida Sans Unicode"/>
                <a:cs typeface="Lucida Sans Unicode"/>
              </a:rPr>
              <a:t> </a:t>
            </a:r>
            <a:r>
              <a:rPr sz="3800" spc="75" dirty="0">
                <a:latin typeface="Lucida Sans Unicode"/>
                <a:cs typeface="Lucida Sans Unicode"/>
              </a:rPr>
              <a:t>document.</a:t>
            </a:r>
            <a:endParaRPr sz="3800">
              <a:latin typeface="Lucida Sans Unicode"/>
              <a:cs typeface="Lucida Sans Unicode"/>
            </a:endParaRPr>
          </a:p>
          <a:p>
            <a:pPr marL="191770" marR="5080" indent="-103505">
              <a:lnSpc>
                <a:spcPts val="9280"/>
              </a:lnSpc>
            </a:pPr>
            <a:r>
              <a:rPr sz="3600" spc="65" dirty="0">
                <a:latin typeface="Lucida Sans Unicode"/>
                <a:cs typeface="Lucida Sans Unicode"/>
              </a:rPr>
              <a:t>Ethereum</a:t>
            </a:r>
            <a:r>
              <a:rPr sz="3600" spc="-145" dirty="0">
                <a:latin typeface="Lucida Sans Unicode"/>
                <a:cs typeface="Lucida Sans Unicode"/>
              </a:rPr>
              <a:t> </a:t>
            </a:r>
            <a:r>
              <a:rPr sz="3600" spc="75" dirty="0">
                <a:latin typeface="Lucida Sans Unicode"/>
                <a:cs typeface="Lucida Sans Unicode"/>
              </a:rPr>
              <a:t>Blockchain</a:t>
            </a:r>
            <a:r>
              <a:rPr sz="3600" spc="-140" dirty="0">
                <a:latin typeface="Lucida Sans Unicode"/>
                <a:cs typeface="Lucida Sans Unicode"/>
              </a:rPr>
              <a:t> </a:t>
            </a:r>
            <a:r>
              <a:rPr sz="3600" spc="630" dirty="0">
                <a:latin typeface="Lucida Sans Unicode"/>
                <a:cs typeface="Lucida Sans Unicode"/>
              </a:rPr>
              <a:t>–</a:t>
            </a:r>
            <a:r>
              <a:rPr sz="3600" spc="-140" dirty="0">
                <a:latin typeface="Lucida Sans Unicode"/>
                <a:cs typeface="Lucida Sans Unicode"/>
              </a:rPr>
              <a:t> </a:t>
            </a:r>
            <a:r>
              <a:rPr sz="3600" spc="-135" dirty="0">
                <a:latin typeface="Lucida Sans Unicode"/>
                <a:cs typeface="Lucida Sans Unicode"/>
              </a:rPr>
              <a:t>To</a:t>
            </a:r>
            <a:r>
              <a:rPr sz="3600" spc="-145" dirty="0">
                <a:latin typeface="Lucida Sans Unicode"/>
                <a:cs typeface="Lucida Sans Unicode"/>
              </a:rPr>
              <a:t> </a:t>
            </a:r>
            <a:r>
              <a:rPr sz="3600" dirty="0">
                <a:latin typeface="Lucida Sans Unicode"/>
                <a:cs typeface="Lucida Sans Unicode"/>
              </a:rPr>
              <a:t>store</a:t>
            </a:r>
            <a:r>
              <a:rPr sz="3600" spc="-140" dirty="0">
                <a:latin typeface="Lucida Sans Unicode"/>
                <a:cs typeface="Lucida Sans Unicode"/>
              </a:rPr>
              <a:t> </a:t>
            </a:r>
            <a:r>
              <a:rPr sz="3600" spc="140" dirty="0">
                <a:latin typeface="Lucida Sans Unicode"/>
                <a:cs typeface="Lucida Sans Unicode"/>
              </a:rPr>
              <a:t>document</a:t>
            </a:r>
            <a:r>
              <a:rPr sz="3600" spc="-140" dirty="0">
                <a:latin typeface="Lucida Sans Unicode"/>
                <a:cs typeface="Lucida Sans Unicode"/>
              </a:rPr>
              <a:t> </a:t>
            </a:r>
            <a:r>
              <a:rPr sz="3600" spc="135" dirty="0">
                <a:latin typeface="Lucida Sans Unicode"/>
                <a:cs typeface="Lucida Sans Unicode"/>
              </a:rPr>
              <a:t>hash</a:t>
            </a:r>
            <a:r>
              <a:rPr sz="3600" spc="-140" dirty="0">
                <a:latin typeface="Lucida Sans Unicode"/>
                <a:cs typeface="Lucida Sans Unicode"/>
              </a:rPr>
              <a:t> </a:t>
            </a:r>
            <a:r>
              <a:rPr sz="3600" spc="75" dirty="0">
                <a:latin typeface="Lucida Sans Unicode"/>
                <a:cs typeface="Lucida Sans Unicode"/>
              </a:rPr>
              <a:t>securely </a:t>
            </a:r>
            <a:r>
              <a:rPr sz="3600" dirty="0">
                <a:latin typeface="Lucida Sans Unicode"/>
                <a:cs typeface="Lucida Sans Unicode"/>
              </a:rPr>
              <a:t>Solidity</a:t>
            </a:r>
            <a:r>
              <a:rPr sz="3600" spc="-165" dirty="0">
                <a:latin typeface="Lucida Sans Unicode"/>
                <a:cs typeface="Lucida Sans Unicode"/>
              </a:rPr>
              <a:t> </a:t>
            </a:r>
            <a:r>
              <a:rPr sz="3600" spc="630" dirty="0">
                <a:latin typeface="Lucida Sans Unicode"/>
                <a:cs typeface="Lucida Sans Unicode"/>
              </a:rPr>
              <a:t>–</a:t>
            </a:r>
            <a:r>
              <a:rPr sz="3600" spc="-160" dirty="0">
                <a:latin typeface="Lucida Sans Unicode"/>
                <a:cs typeface="Lucida Sans Unicode"/>
              </a:rPr>
              <a:t> </a:t>
            </a:r>
            <a:r>
              <a:rPr sz="3600" spc="-135" dirty="0">
                <a:latin typeface="Lucida Sans Unicode"/>
                <a:cs typeface="Lucida Sans Unicode"/>
              </a:rPr>
              <a:t>To</a:t>
            </a:r>
            <a:r>
              <a:rPr sz="3600" spc="-160" dirty="0">
                <a:latin typeface="Lucida Sans Unicode"/>
                <a:cs typeface="Lucida Sans Unicode"/>
              </a:rPr>
              <a:t> </a:t>
            </a:r>
            <a:r>
              <a:rPr sz="3600" dirty="0">
                <a:latin typeface="Lucida Sans Unicode"/>
                <a:cs typeface="Lucida Sans Unicode"/>
              </a:rPr>
              <a:t>write</a:t>
            </a:r>
            <a:r>
              <a:rPr sz="3600" spc="-160" dirty="0">
                <a:latin typeface="Lucida Sans Unicode"/>
                <a:cs typeface="Lucida Sans Unicode"/>
              </a:rPr>
              <a:t> </a:t>
            </a:r>
            <a:r>
              <a:rPr sz="3600" spc="70" dirty="0">
                <a:latin typeface="Lucida Sans Unicode"/>
                <a:cs typeface="Lucida Sans Unicode"/>
              </a:rPr>
              <a:t>the</a:t>
            </a:r>
            <a:r>
              <a:rPr sz="3600" spc="-160" dirty="0">
                <a:latin typeface="Lucida Sans Unicode"/>
                <a:cs typeface="Lucida Sans Unicode"/>
              </a:rPr>
              <a:t> </a:t>
            </a:r>
            <a:r>
              <a:rPr sz="3600" spc="80" dirty="0">
                <a:latin typeface="Lucida Sans Unicode"/>
                <a:cs typeface="Lucida Sans Unicode"/>
              </a:rPr>
              <a:t>blockchain</a:t>
            </a:r>
            <a:r>
              <a:rPr sz="3600" spc="-165" dirty="0">
                <a:latin typeface="Lucida Sans Unicode"/>
                <a:cs typeface="Lucida Sans Unicode"/>
              </a:rPr>
              <a:t> </a:t>
            </a:r>
            <a:r>
              <a:rPr sz="3600" spc="50" dirty="0">
                <a:latin typeface="Lucida Sans Unicode"/>
                <a:cs typeface="Lucida Sans Unicode"/>
              </a:rPr>
              <a:t>program.</a:t>
            </a:r>
            <a:endParaRPr sz="3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7562" y="2941320"/>
            <a:ext cx="200025" cy="2000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10276" y="2554707"/>
            <a:ext cx="7334884" cy="471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20115">
              <a:lnSpc>
                <a:spcPct val="116500"/>
              </a:lnSpc>
              <a:spcBef>
                <a:spcPts val="95"/>
              </a:spcBef>
            </a:pPr>
            <a:r>
              <a:rPr sz="4400" spc="60" dirty="0">
                <a:latin typeface="Lucida Sans Unicode"/>
                <a:cs typeface="Lucida Sans Unicode"/>
              </a:rPr>
              <a:t>Strong</a:t>
            </a:r>
            <a:r>
              <a:rPr sz="4400" spc="-220" dirty="0">
                <a:latin typeface="Lucida Sans Unicode"/>
                <a:cs typeface="Lucida Sans Unicode"/>
              </a:rPr>
              <a:t> </a:t>
            </a:r>
            <a:r>
              <a:rPr sz="4400" dirty="0">
                <a:latin typeface="Lucida Sans Unicode"/>
                <a:cs typeface="Lucida Sans Unicode"/>
              </a:rPr>
              <a:t>login</a:t>
            </a:r>
            <a:r>
              <a:rPr sz="4400" spc="-220" dirty="0">
                <a:latin typeface="Lucida Sans Unicode"/>
                <a:cs typeface="Lucida Sans Unicode"/>
              </a:rPr>
              <a:t> </a:t>
            </a:r>
            <a:r>
              <a:rPr sz="4400" spc="55" dirty="0">
                <a:latin typeface="Lucida Sans Unicode"/>
                <a:cs typeface="Lucida Sans Unicode"/>
              </a:rPr>
              <a:t>protection </a:t>
            </a:r>
            <a:r>
              <a:rPr sz="4400" spc="60" dirty="0">
                <a:latin typeface="Lucida Sans Unicode"/>
                <a:cs typeface="Lucida Sans Unicode"/>
              </a:rPr>
              <a:t>Instant</a:t>
            </a:r>
            <a:r>
              <a:rPr sz="4400" spc="-220" dirty="0">
                <a:latin typeface="Lucida Sans Unicode"/>
                <a:cs typeface="Lucida Sans Unicode"/>
              </a:rPr>
              <a:t> </a:t>
            </a:r>
            <a:r>
              <a:rPr sz="4400" dirty="0">
                <a:latin typeface="Lucida Sans Unicode"/>
                <a:cs typeface="Lucida Sans Unicode"/>
              </a:rPr>
              <a:t>login</a:t>
            </a:r>
            <a:r>
              <a:rPr sz="4400" spc="-220" dirty="0">
                <a:latin typeface="Lucida Sans Unicode"/>
                <a:cs typeface="Lucida Sans Unicode"/>
              </a:rPr>
              <a:t> </a:t>
            </a:r>
            <a:r>
              <a:rPr sz="4400" spc="65" dirty="0">
                <a:latin typeface="Lucida Sans Unicode"/>
                <a:cs typeface="Lucida Sans Unicode"/>
              </a:rPr>
              <a:t>alert</a:t>
            </a:r>
            <a:endParaRPr sz="4400">
              <a:latin typeface="Lucida Sans Unicode"/>
              <a:cs typeface="Lucida Sans Unicode"/>
            </a:endParaRPr>
          </a:p>
          <a:p>
            <a:pPr marL="12700" marR="5080">
              <a:lnSpc>
                <a:spcPts val="6150"/>
              </a:lnSpc>
              <a:spcBef>
                <a:spcPts val="150"/>
              </a:spcBef>
            </a:pPr>
            <a:r>
              <a:rPr sz="4400" spc="170" dirty="0">
                <a:latin typeface="Lucida Sans Unicode"/>
                <a:cs typeface="Lucida Sans Unicode"/>
              </a:rPr>
              <a:t>Secure</a:t>
            </a:r>
            <a:r>
              <a:rPr sz="4400" spc="-200" dirty="0">
                <a:latin typeface="Lucida Sans Unicode"/>
                <a:cs typeface="Lucida Sans Unicode"/>
              </a:rPr>
              <a:t> </a:t>
            </a:r>
            <a:r>
              <a:rPr sz="4400" spc="180" dirty="0">
                <a:latin typeface="Lucida Sans Unicode"/>
                <a:cs typeface="Lucida Sans Unicode"/>
              </a:rPr>
              <a:t>document</a:t>
            </a:r>
            <a:r>
              <a:rPr sz="4400" spc="-200" dirty="0">
                <a:latin typeface="Lucida Sans Unicode"/>
                <a:cs typeface="Lucida Sans Unicode"/>
              </a:rPr>
              <a:t> </a:t>
            </a:r>
            <a:r>
              <a:rPr sz="4400" spc="125" dirty="0">
                <a:latin typeface="Lucida Sans Unicode"/>
                <a:cs typeface="Lucida Sans Unicode"/>
              </a:rPr>
              <a:t>storage </a:t>
            </a:r>
            <a:r>
              <a:rPr sz="4400" spc="85" dirty="0">
                <a:latin typeface="Lucida Sans Unicode"/>
                <a:cs typeface="Lucida Sans Unicode"/>
              </a:rPr>
              <a:t>Prevents</a:t>
            </a:r>
            <a:r>
              <a:rPr sz="4400" spc="-195" dirty="0">
                <a:latin typeface="Lucida Sans Unicode"/>
                <a:cs typeface="Lucida Sans Unicode"/>
              </a:rPr>
              <a:t> </a:t>
            </a:r>
            <a:r>
              <a:rPr sz="4400" spc="130" dirty="0">
                <a:latin typeface="Lucida Sans Unicode"/>
                <a:cs typeface="Lucida Sans Unicode"/>
              </a:rPr>
              <a:t>tampering </a:t>
            </a:r>
            <a:r>
              <a:rPr sz="4400" spc="80" dirty="0">
                <a:latin typeface="Lucida Sans Unicode"/>
                <a:cs typeface="Lucida Sans Unicode"/>
              </a:rPr>
              <a:t>Transparent</a:t>
            </a:r>
            <a:r>
              <a:rPr sz="4400" spc="-195" dirty="0">
                <a:latin typeface="Lucida Sans Unicode"/>
                <a:cs typeface="Lucida Sans Unicode"/>
              </a:rPr>
              <a:t> </a:t>
            </a:r>
            <a:r>
              <a:rPr sz="4400" spc="35" dirty="0">
                <a:latin typeface="Lucida Sans Unicode"/>
                <a:cs typeface="Lucida Sans Unicode"/>
              </a:rPr>
              <a:t>verification </a:t>
            </a:r>
            <a:r>
              <a:rPr sz="4400" dirty="0">
                <a:latin typeface="Lucida Sans Unicode"/>
                <a:cs typeface="Lucida Sans Unicode"/>
              </a:rPr>
              <a:t>User</a:t>
            </a:r>
            <a:r>
              <a:rPr sz="4400" spc="-200" dirty="0">
                <a:latin typeface="Lucida Sans Unicode"/>
                <a:cs typeface="Lucida Sans Unicode"/>
              </a:rPr>
              <a:t> </a:t>
            </a:r>
            <a:r>
              <a:rPr sz="4400" spc="300" dirty="0">
                <a:latin typeface="Lucida Sans Unicode"/>
                <a:cs typeface="Lucida Sans Unicode"/>
              </a:rPr>
              <a:t>data</a:t>
            </a:r>
            <a:r>
              <a:rPr sz="4400" spc="-195" dirty="0">
                <a:latin typeface="Lucida Sans Unicode"/>
                <a:cs typeface="Lucida Sans Unicode"/>
              </a:rPr>
              <a:t> </a:t>
            </a:r>
            <a:r>
              <a:rPr sz="4400" spc="145" dirty="0">
                <a:latin typeface="Lucida Sans Unicode"/>
                <a:cs typeface="Lucida Sans Unicode"/>
              </a:rPr>
              <a:t>privacy</a:t>
            </a:r>
            <a:endParaRPr sz="44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7562" y="3722370"/>
            <a:ext cx="200025" cy="200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7562" y="4503420"/>
            <a:ext cx="200025" cy="200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7562" y="5284470"/>
            <a:ext cx="200025" cy="2000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7562" y="6065519"/>
            <a:ext cx="200025" cy="200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7562" y="6846569"/>
            <a:ext cx="200025" cy="200024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505200" y="723900"/>
            <a:ext cx="10265390" cy="1300064"/>
          </a:xfrm>
          <a:prstGeom prst="rect">
            <a:avLst/>
          </a:prstGeom>
        </p:spPr>
        <p:txBody>
          <a:bodyPr vert="horz" wrap="square" lIns="0" tIns="190211" rIns="0" bIns="0" rtlCol="0">
            <a:spAutoFit/>
          </a:bodyPr>
          <a:lstStyle/>
          <a:p>
            <a:pPr marL="1849755">
              <a:lnSpc>
                <a:spcPct val="100000"/>
              </a:lnSpc>
              <a:spcBef>
                <a:spcPts val="110"/>
              </a:spcBef>
            </a:pPr>
            <a:r>
              <a:rPr lang="en-US" sz="7200" dirty="0">
                <a:latin typeface="Algerian" panose="04020705040A02060702" pitchFamily="82" charset="0"/>
              </a:rPr>
              <a:t>Advantages</a:t>
            </a:r>
            <a:endParaRPr sz="7200" spc="-1885" dirty="0">
              <a:latin typeface="Algerian" panose="04020705040A02060702" pitchFamily="82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19824" y="4153813"/>
            <a:ext cx="11368174" cy="6172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54414" y="3256412"/>
            <a:ext cx="200025" cy="2543175"/>
            <a:chOff x="1854414" y="3256412"/>
            <a:chExt cx="200025" cy="2543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4414" y="3256412"/>
              <a:ext cx="200025" cy="2000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4414" y="4037462"/>
              <a:ext cx="200025" cy="2000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4414" y="4818512"/>
              <a:ext cx="200025" cy="2000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4414" y="5599562"/>
              <a:ext cx="200025" cy="2000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96235" y="2869685"/>
            <a:ext cx="9867265" cy="471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247515">
              <a:lnSpc>
                <a:spcPct val="116500"/>
              </a:lnSpc>
              <a:spcBef>
                <a:spcPts val="95"/>
              </a:spcBef>
            </a:pPr>
            <a:r>
              <a:rPr sz="4400" dirty="0">
                <a:latin typeface="Lucida Sans Unicode"/>
                <a:cs typeface="Lucida Sans Unicode"/>
              </a:rPr>
              <a:t>QR</a:t>
            </a:r>
            <a:r>
              <a:rPr sz="4400" spc="-275" dirty="0">
                <a:latin typeface="Lucida Sans Unicode"/>
                <a:cs typeface="Lucida Sans Unicode"/>
              </a:rPr>
              <a:t> </a:t>
            </a:r>
            <a:r>
              <a:rPr sz="4400" spc="240" dirty="0">
                <a:latin typeface="Lucida Sans Unicode"/>
                <a:cs typeface="Lucida Sans Unicode"/>
              </a:rPr>
              <a:t>code</a:t>
            </a:r>
            <a:r>
              <a:rPr sz="4400" spc="-275" dirty="0">
                <a:latin typeface="Lucida Sans Unicode"/>
                <a:cs typeface="Lucida Sans Unicode"/>
              </a:rPr>
              <a:t> </a:t>
            </a:r>
            <a:r>
              <a:rPr sz="4400" spc="-10" dirty="0">
                <a:latin typeface="Lucida Sans Unicode"/>
                <a:cs typeface="Lucida Sans Unicode"/>
              </a:rPr>
              <a:t>verification </a:t>
            </a:r>
            <a:r>
              <a:rPr sz="4400" dirty="0">
                <a:latin typeface="Lucida Sans Unicode"/>
                <a:cs typeface="Lucida Sans Unicode"/>
              </a:rPr>
              <a:t>Mobile</a:t>
            </a:r>
            <a:r>
              <a:rPr sz="4400" spc="-85" dirty="0">
                <a:latin typeface="Lucida Sans Unicode"/>
                <a:cs typeface="Lucida Sans Unicode"/>
              </a:rPr>
              <a:t> </a:t>
            </a:r>
            <a:r>
              <a:rPr sz="4400" spc="110" dirty="0">
                <a:latin typeface="Lucida Sans Unicode"/>
                <a:cs typeface="Lucida Sans Unicode"/>
              </a:rPr>
              <a:t>application</a:t>
            </a:r>
            <a:endParaRPr sz="4400" dirty="0">
              <a:latin typeface="Lucida Sans Unicode"/>
              <a:cs typeface="Lucida Sans Unicode"/>
            </a:endParaRPr>
          </a:p>
          <a:p>
            <a:pPr marL="12700" marR="2339975">
              <a:lnSpc>
                <a:spcPts val="6150"/>
              </a:lnSpc>
              <a:spcBef>
                <a:spcPts val="350"/>
              </a:spcBef>
            </a:pPr>
            <a:r>
              <a:rPr sz="4400" spc="-95" dirty="0">
                <a:latin typeface="Lucida Sans Unicode"/>
                <a:cs typeface="Lucida Sans Unicode"/>
              </a:rPr>
              <a:t>Multi-</a:t>
            </a:r>
            <a:r>
              <a:rPr sz="4400" dirty="0">
                <a:latin typeface="Lucida Sans Unicode"/>
                <a:cs typeface="Lucida Sans Unicode"/>
              </a:rPr>
              <a:t>university</a:t>
            </a:r>
            <a:r>
              <a:rPr sz="4400" spc="-30" dirty="0">
                <a:latin typeface="Lucida Sans Unicode"/>
                <a:cs typeface="Lucida Sans Unicode"/>
              </a:rPr>
              <a:t> </a:t>
            </a:r>
            <a:r>
              <a:rPr sz="4400" spc="40" dirty="0">
                <a:latin typeface="Lucida Sans Unicode"/>
                <a:cs typeface="Lucida Sans Unicode"/>
              </a:rPr>
              <a:t>integration </a:t>
            </a:r>
            <a:r>
              <a:rPr sz="4400" spc="-70" dirty="0">
                <a:latin typeface="Lucida Sans Unicode"/>
                <a:cs typeface="Lucida Sans Unicode"/>
              </a:rPr>
              <a:t>Two-</a:t>
            </a:r>
            <a:r>
              <a:rPr sz="4400" spc="105" dirty="0">
                <a:latin typeface="Lucida Sans Unicode"/>
                <a:cs typeface="Lucida Sans Unicode"/>
              </a:rPr>
              <a:t>factor</a:t>
            </a:r>
            <a:r>
              <a:rPr sz="4400" spc="-195" dirty="0">
                <a:latin typeface="Lucida Sans Unicode"/>
                <a:cs typeface="Lucida Sans Unicode"/>
              </a:rPr>
              <a:t> </a:t>
            </a:r>
            <a:r>
              <a:rPr sz="4400" spc="100" dirty="0">
                <a:latin typeface="Lucida Sans Unicode"/>
                <a:cs typeface="Lucida Sans Unicode"/>
              </a:rPr>
              <a:t>authentication</a:t>
            </a:r>
            <a:endParaRPr sz="4400" dirty="0">
              <a:latin typeface="Lucida Sans Unicode"/>
              <a:cs typeface="Lucida Sans Unicode"/>
            </a:endParaRPr>
          </a:p>
          <a:p>
            <a:pPr marL="12700" marR="5080">
              <a:lnSpc>
                <a:spcPts val="6150"/>
              </a:lnSpc>
            </a:pPr>
            <a:r>
              <a:rPr sz="4400" spc="-150" dirty="0">
                <a:latin typeface="Lucida Sans Unicode"/>
                <a:cs typeface="Lucida Sans Unicode"/>
              </a:rPr>
              <a:t>AI-</a:t>
            </a:r>
            <a:r>
              <a:rPr sz="4400" spc="240" dirty="0">
                <a:latin typeface="Lucida Sans Unicode"/>
                <a:cs typeface="Lucida Sans Unicode"/>
              </a:rPr>
              <a:t>based</a:t>
            </a:r>
            <a:r>
              <a:rPr sz="4400" spc="-185" dirty="0">
                <a:latin typeface="Lucida Sans Unicode"/>
                <a:cs typeface="Lucida Sans Unicode"/>
              </a:rPr>
              <a:t> </a:t>
            </a:r>
            <a:r>
              <a:rPr sz="4400" spc="180" dirty="0">
                <a:latin typeface="Lucida Sans Unicode"/>
                <a:cs typeface="Lucida Sans Unicode"/>
              </a:rPr>
              <a:t>document</a:t>
            </a:r>
            <a:r>
              <a:rPr sz="4400" spc="-185" dirty="0">
                <a:latin typeface="Lucida Sans Unicode"/>
                <a:cs typeface="Lucida Sans Unicode"/>
              </a:rPr>
              <a:t> </a:t>
            </a:r>
            <a:r>
              <a:rPr sz="4400" spc="60" dirty="0">
                <a:latin typeface="Lucida Sans Unicode"/>
                <a:cs typeface="Lucida Sans Unicode"/>
              </a:rPr>
              <a:t>categorization </a:t>
            </a:r>
            <a:r>
              <a:rPr sz="4400" spc="135" dirty="0">
                <a:latin typeface="Lucida Sans Unicode"/>
                <a:cs typeface="Lucida Sans Unicode"/>
              </a:rPr>
              <a:t>Government</a:t>
            </a:r>
            <a:r>
              <a:rPr sz="4400" spc="-210" dirty="0">
                <a:latin typeface="Lucida Sans Unicode"/>
                <a:cs typeface="Lucida Sans Unicode"/>
              </a:rPr>
              <a:t> </a:t>
            </a:r>
            <a:r>
              <a:rPr sz="4400" spc="65" dirty="0">
                <a:latin typeface="Lucida Sans Unicode"/>
                <a:cs typeface="Lucida Sans Unicode"/>
              </a:rPr>
              <a:t>portal</a:t>
            </a:r>
            <a:r>
              <a:rPr sz="4400" spc="-210" dirty="0">
                <a:latin typeface="Lucida Sans Unicode"/>
                <a:cs typeface="Lucida Sans Unicode"/>
              </a:rPr>
              <a:t> </a:t>
            </a:r>
            <a:r>
              <a:rPr sz="4400" spc="40" dirty="0">
                <a:latin typeface="Lucida Sans Unicode"/>
                <a:cs typeface="Lucida Sans Unicode"/>
              </a:rPr>
              <a:t>integration</a:t>
            </a:r>
            <a:endParaRPr sz="4400" dirty="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4414" y="6380612"/>
            <a:ext cx="200025" cy="2000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4414" y="7161662"/>
            <a:ext cx="200025" cy="20002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5284344" y="1028700"/>
            <a:ext cx="1974850" cy="771525"/>
          </a:xfrm>
          <a:custGeom>
            <a:avLst/>
            <a:gdLst/>
            <a:ahLst/>
            <a:cxnLst/>
            <a:rect l="l" t="t" r="r" b="b"/>
            <a:pathLst>
              <a:path w="1974850" h="771525">
                <a:moveTo>
                  <a:pt x="254094" y="192881"/>
                </a:moveTo>
                <a:lnTo>
                  <a:pt x="210292" y="184964"/>
                </a:lnTo>
                <a:lnTo>
                  <a:pt x="176027" y="164196"/>
                </a:lnTo>
                <a:lnTo>
                  <a:pt x="148259" y="135046"/>
                </a:lnTo>
                <a:lnTo>
                  <a:pt x="101358" y="71121"/>
                </a:lnTo>
                <a:lnTo>
                  <a:pt x="76615" y="44688"/>
                </a:lnTo>
                <a:lnTo>
                  <a:pt x="46972" y="26228"/>
                </a:lnTo>
                <a:lnTo>
                  <a:pt x="9679" y="19288"/>
                </a:lnTo>
                <a:lnTo>
                  <a:pt x="7006" y="19288"/>
                </a:lnTo>
                <a:lnTo>
                  <a:pt x="4725" y="18346"/>
                </a:lnTo>
                <a:lnTo>
                  <a:pt x="945" y="14580"/>
                </a:lnTo>
                <a:lnTo>
                  <a:pt x="0" y="12307"/>
                </a:lnTo>
                <a:lnTo>
                  <a:pt x="0" y="6980"/>
                </a:lnTo>
                <a:lnTo>
                  <a:pt x="945" y="4707"/>
                </a:lnTo>
                <a:lnTo>
                  <a:pt x="4725" y="941"/>
                </a:lnTo>
                <a:lnTo>
                  <a:pt x="7006" y="0"/>
                </a:lnTo>
                <a:lnTo>
                  <a:pt x="9679" y="0"/>
                </a:lnTo>
                <a:lnTo>
                  <a:pt x="53482" y="7916"/>
                </a:lnTo>
                <a:lnTo>
                  <a:pt x="87747" y="28685"/>
                </a:lnTo>
                <a:lnTo>
                  <a:pt x="115514" y="57834"/>
                </a:lnTo>
                <a:lnTo>
                  <a:pt x="162409" y="121759"/>
                </a:lnTo>
                <a:lnTo>
                  <a:pt x="187140" y="148193"/>
                </a:lnTo>
                <a:lnTo>
                  <a:pt x="216781" y="166652"/>
                </a:lnTo>
                <a:lnTo>
                  <a:pt x="254094" y="173593"/>
                </a:lnTo>
                <a:lnTo>
                  <a:pt x="316642" y="173593"/>
                </a:lnTo>
                <a:lnTo>
                  <a:pt x="297889" y="184964"/>
                </a:lnTo>
                <a:lnTo>
                  <a:pt x="254094" y="192881"/>
                </a:lnTo>
                <a:close/>
              </a:path>
              <a:path w="1974850" h="771525">
                <a:moveTo>
                  <a:pt x="316642" y="173593"/>
                </a:moveTo>
                <a:lnTo>
                  <a:pt x="254094" y="173593"/>
                </a:lnTo>
                <a:lnTo>
                  <a:pt x="291401" y="166652"/>
                </a:lnTo>
                <a:lnTo>
                  <a:pt x="321030" y="148193"/>
                </a:lnTo>
                <a:lnTo>
                  <a:pt x="345759" y="121759"/>
                </a:lnTo>
                <a:lnTo>
                  <a:pt x="392667" y="57834"/>
                </a:lnTo>
                <a:lnTo>
                  <a:pt x="420423" y="28685"/>
                </a:lnTo>
                <a:lnTo>
                  <a:pt x="454686" y="7916"/>
                </a:lnTo>
                <a:lnTo>
                  <a:pt x="498509" y="0"/>
                </a:lnTo>
                <a:lnTo>
                  <a:pt x="542325" y="7916"/>
                </a:lnTo>
                <a:lnTo>
                  <a:pt x="561076" y="19288"/>
                </a:lnTo>
                <a:lnTo>
                  <a:pt x="498509" y="19288"/>
                </a:lnTo>
                <a:lnTo>
                  <a:pt x="461215" y="26228"/>
                </a:lnTo>
                <a:lnTo>
                  <a:pt x="431567" y="44688"/>
                </a:lnTo>
                <a:lnTo>
                  <a:pt x="406810" y="71121"/>
                </a:lnTo>
                <a:lnTo>
                  <a:pt x="359888" y="135046"/>
                </a:lnTo>
                <a:lnTo>
                  <a:pt x="332138" y="164196"/>
                </a:lnTo>
                <a:lnTo>
                  <a:pt x="316642" y="173593"/>
                </a:lnTo>
                <a:close/>
              </a:path>
              <a:path w="1974850" h="771525">
                <a:moveTo>
                  <a:pt x="805462" y="173593"/>
                </a:moveTo>
                <a:lnTo>
                  <a:pt x="742876" y="173593"/>
                </a:lnTo>
                <a:lnTo>
                  <a:pt x="780230" y="166652"/>
                </a:lnTo>
                <a:lnTo>
                  <a:pt x="809872" y="148193"/>
                </a:lnTo>
                <a:lnTo>
                  <a:pt x="834595" y="121759"/>
                </a:lnTo>
                <a:lnTo>
                  <a:pt x="881497" y="57834"/>
                </a:lnTo>
                <a:lnTo>
                  <a:pt x="909253" y="28685"/>
                </a:lnTo>
                <a:lnTo>
                  <a:pt x="943516" y="7916"/>
                </a:lnTo>
                <a:lnTo>
                  <a:pt x="987339" y="0"/>
                </a:lnTo>
                <a:lnTo>
                  <a:pt x="1031162" y="7916"/>
                </a:lnTo>
                <a:lnTo>
                  <a:pt x="1049922" y="19288"/>
                </a:lnTo>
                <a:lnTo>
                  <a:pt x="987339" y="19288"/>
                </a:lnTo>
                <a:lnTo>
                  <a:pt x="950046" y="26228"/>
                </a:lnTo>
                <a:lnTo>
                  <a:pt x="920403" y="44688"/>
                </a:lnTo>
                <a:lnTo>
                  <a:pt x="895661" y="71121"/>
                </a:lnTo>
                <a:lnTo>
                  <a:pt x="848738" y="135046"/>
                </a:lnTo>
                <a:lnTo>
                  <a:pt x="820967" y="164196"/>
                </a:lnTo>
                <a:lnTo>
                  <a:pt x="805462" y="173593"/>
                </a:lnTo>
                <a:close/>
              </a:path>
              <a:path w="1974850" h="771525">
                <a:moveTo>
                  <a:pt x="1294292" y="173593"/>
                </a:moveTo>
                <a:lnTo>
                  <a:pt x="1231754" y="173593"/>
                </a:lnTo>
                <a:lnTo>
                  <a:pt x="1269108" y="166652"/>
                </a:lnTo>
                <a:lnTo>
                  <a:pt x="1298744" y="148193"/>
                </a:lnTo>
                <a:lnTo>
                  <a:pt x="1323452" y="121759"/>
                </a:lnTo>
                <a:lnTo>
                  <a:pt x="1370299" y="57834"/>
                </a:lnTo>
                <a:lnTo>
                  <a:pt x="1398046" y="28685"/>
                </a:lnTo>
                <a:lnTo>
                  <a:pt x="1432318" y="7916"/>
                </a:lnTo>
                <a:lnTo>
                  <a:pt x="1476168" y="0"/>
                </a:lnTo>
                <a:lnTo>
                  <a:pt x="1520012" y="7916"/>
                </a:lnTo>
                <a:lnTo>
                  <a:pt x="1538771" y="19288"/>
                </a:lnTo>
                <a:lnTo>
                  <a:pt x="1476168" y="19288"/>
                </a:lnTo>
                <a:lnTo>
                  <a:pt x="1438876" y="26228"/>
                </a:lnTo>
                <a:lnTo>
                  <a:pt x="1409233" y="44688"/>
                </a:lnTo>
                <a:lnTo>
                  <a:pt x="1384490" y="71121"/>
                </a:lnTo>
                <a:lnTo>
                  <a:pt x="1337567" y="135046"/>
                </a:lnTo>
                <a:lnTo>
                  <a:pt x="1309797" y="164196"/>
                </a:lnTo>
                <a:lnTo>
                  <a:pt x="1294292" y="173593"/>
                </a:lnTo>
                <a:close/>
              </a:path>
              <a:path w="1974850" h="771525">
                <a:moveTo>
                  <a:pt x="1783131" y="173593"/>
                </a:moveTo>
                <a:lnTo>
                  <a:pt x="1720632" y="173593"/>
                </a:lnTo>
                <a:lnTo>
                  <a:pt x="1758000" y="166652"/>
                </a:lnTo>
                <a:lnTo>
                  <a:pt x="1787622" y="148193"/>
                </a:lnTo>
                <a:lnTo>
                  <a:pt x="1812317" y="121759"/>
                </a:lnTo>
                <a:lnTo>
                  <a:pt x="1859177" y="57834"/>
                </a:lnTo>
                <a:lnTo>
                  <a:pt x="1886918" y="28685"/>
                </a:lnTo>
                <a:lnTo>
                  <a:pt x="1921176" y="7916"/>
                </a:lnTo>
                <a:lnTo>
                  <a:pt x="1964998" y="0"/>
                </a:lnTo>
                <a:lnTo>
                  <a:pt x="1967671" y="0"/>
                </a:lnTo>
                <a:lnTo>
                  <a:pt x="1969952" y="941"/>
                </a:lnTo>
                <a:lnTo>
                  <a:pt x="1973733" y="4707"/>
                </a:lnTo>
                <a:lnTo>
                  <a:pt x="1974678" y="6980"/>
                </a:lnTo>
                <a:lnTo>
                  <a:pt x="1974678" y="12307"/>
                </a:lnTo>
                <a:lnTo>
                  <a:pt x="1973733" y="14580"/>
                </a:lnTo>
                <a:lnTo>
                  <a:pt x="1969952" y="18346"/>
                </a:lnTo>
                <a:lnTo>
                  <a:pt x="1967671" y="19288"/>
                </a:lnTo>
                <a:lnTo>
                  <a:pt x="1964998" y="19288"/>
                </a:lnTo>
                <a:lnTo>
                  <a:pt x="1927684" y="26228"/>
                </a:lnTo>
                <a:lnTo>
                  <a:pt x="1898038" y="44688"/>
                </a:lnTo>
                <a:lnTo>
                  <a:pt x="1873293" y="71121"/>
                </a:lnTo>
                <a:lnTo>
                  <a:pt x="1826377" y="135046"/>
                </a:lnTo>
                <a:lnTo>
                  <a:pt x="1798627" y="164196"/>
                </a:lnTo>
                <a:lnTo>
                  <a:pt x="1783131" y="173593"/>
                </a:lnTo>
                <a:close/>
              </a:path>
              <a:path w="1974850" h="771525">
                <a:moveTo>
                  <a:pt x="742876" y="192881"/>
                </a:moveTo>
                <a:lnTo>
                  <a:pt x="699060" y="184964"/>
                </a:lnTo>
                <a:lnTo>
                  <a:pt x="664814" y="164196"/>
                </a:lnTo>
                <a:lnTo>
                  <a:pt x="637075" y="135046"/>
                </a:lnTo>
                <a:lnTo>
                  <a:pt x="590167" y="71121"/>
                </a:lnTo>
                <a:lnTo>
                  <a:pt x="565427" y="44688"/>
                </a:lnTo>
                <a:lnTo>
                  <a:pt x="535795" y="26228"/>
                </a:lnTo>
                <a:lnTo>
                  <a:pt x="498509" y="19288"/>
                </a:lnTo>
                <a:lnTo>
                  <a:pt x="561076" y="19288"/>
                </a:lnTo>
                <a:lnTo>
                  <a:pt x="576571" y="28685"/>
                </a:lnTo>
                <a:lnTo>
                  <a:pt x="604310" y="57834"/>
                </a:lnTo>
                <a:lnTo>
                  <a:pt x="651197" y="121759"/>
                </a:lnTo>
                <a:lnTo>
                  <a:pt x="675903" y="148193"/>
                </a:lnTo>
                <a:lnTo>
                  <a:pt x="705528" y="166652"/>
                </a:lnTo>
                <a:lnTo>
                  <a:pt x="742876" y="173593"/>
                </a:lnTo>
                <a:lnTo>
                  <a:pt x="805462" y="173593"/>
                </a:lnTo>
                <a:lnTo>
                  <a:pt x="786699" y="184964"/>
                </a:lnTo>
                <a:lnTo>
                  <a:pt x="742876" y="192881"/>
                </a:lnTo>
                <a:close/>
              </a:path>
              <a:path w="1974850" h="771525">
                <a:moveTo>
                  <a:pt x="1231705" y="192881"/>
                </a:moveTo>
                <a:lnTo>
                  <a:pt x="1187882" y="184964"/>
                </a:lnTo>
                <a:lnTo>
                  <a:pt x="1153620" y="164196"/>
                </a:lnTo>
                <a:lnTo>
                  <a:pt x="1125864" y="135046"/>
                </a:lnTo>
                <a:lnTo>
                  <a:pt x="1078976" y="71121"/>
                </a:lnTo>
                <a:lnTo>
                  <a:pt x="1054250" y="44688"/>
                </a:lnTo>
                <a:lnTo>
                  <a:pt x="1024624" y="26228"/>
                </a:lnTo>
                <a:lnTo>
                  <a:pt x="987339" y="19288"/>
                </a:lnTo>
                <a:lnTo>
                  <a:pt x="1049922" y="19288"/>
                </a:lnTo>
                <a:lnTo>
                  <a:pt x="1065424" y="28685"/>
                </a:lnTo>
                <a:lnTo>
                  <a:pt x="1093181" y="57834"/>
                </a:lnTo>
                <a:lnTo>
                  <a:pt x="1140055" y="121759"/>
                </a:lnTo>
                <a:lnTo>
                  <a:pt x="1164763" y="148193"/>
                </a:lnTo>
                <a:lnTo>
                  <a:pt x="1194399" y="166652"/>
                </a:lnTo>
                <a:lnTo>
                  <a:pt x="1231754" y="173593"/>
                </a:lnTo>
                <a:lnTo>
                  <a:pt x="1294292" y="173593"/>
                </a:lnTo>
                <a:lnTo>
                  <a:pt x="1275529" y="184964"/>
                </a:lnTo>
                <a:lnTo>
                  <a:pt x="1231705" y="192881"/>
                </a:lnTo>
                <a:close/>
              </a:path>
              <a:path w="1974850" h="771525">
                <a:moveTo>
                  <a:pt x="1720583" y="192881"/>
                </a:moveTo>
                <a:lnTo>
                  <a:pt x="1676780" y="184964"/>
                </a:lnTo>
                <a:lnTo>
                  <a:pt x="1642510" y="164196"/>
                </a:lnTo>
                <a:lnTo>
                  <a:pt x="1614728" y="135046"/>
                </a:lnTo>
                <a:lnTo>
                  <a:pt x="1567806" y="71121"/>
                </a:lnTo>
                <a:lnTo>
                  <a:pt x="1543080" y="44688"/>
                </a:lnTo>
                <a:lnTo>
                  <a:pt x="1513454" y="26228"/>
                </a:lnTo>
                <a:lnTo>
                  <a:pt x="1476168" y="19288"/>
                </a:lnTo>
                <a:lnTo>
                  <a:pt x="1538771" y="19288"/>
                </a:lnTo>
                <a:lnTo>
                  <a:pt x="1554272" y="28685"/>
                </a:lnTo>
                <a:lnTo>
                  <a:pt x="1582017" y="57834"/>
                </a:lnTo>
                <a:lnTo>
                  <a:pt x="1628906" y="121759"/>
                </a:lnTo>
                <a:lnTo>
                  <a:pt x="1653617" y="148193"/>
                </a:lnTo>
                <a:lnTo>
                  <a:pt x="1683256" y="166652"/>
                </a:lnTo>
                <a:lnTo>
                  <a:pt x="1720632" y="173593"/>
                </a:lnTo>
                <a:lnTo>
                  <a:pt x="1783131" y="173593"/>
                </a:lnTo>
                <a:lnTo>
                  <a:pt x="1764378" y="184964"/>
                </a:lnTo>
                <a:lnTo>
                  <a:pt x="1720583" y="192881"/>
                </a:lnTo>
                <a:close/>
              </a:path>
              <a:path w="1974850" h="771525">
                <a:moveTo>
                  <a:pt x="254094" y="482203"/>
                </a:moveTo>
                <a:lnTo>
                  <a:pt x="210226" y="474279"/>
                </a:lnTo>
                <a:lnTo>
                  <a:pt x="175940" y="453493"/>
                </a:lnTo>
                <a:lnTo>
                  <a:pt x="148193" y="424327"/>
                </a:lnTo>
                <a:lnTo>
                  <a:pt x="101358" y="360423"/>
                </a:lnTo>
                <a:lnTo>
                  <a:pt x="76615" y="334004"/>
                </a:lnTo>
                <a:lnTo>
                  <a:pt x="46972" y="315549"/>
                </a:lnTo>
                <a:lnTo>
                  <a:pt x="9679" y="308609"/>
                </a:lnTo>
                <a:lnTo>
                  <a:pt x="7006" y="308609"/>
                </a:lnTo>
                <a:lnTo>
                  <a:pt x="4725" y="307668"/>
                </a:lnTo>
                <a:lnTo>
                  <a:pt x="945" y="303902"/>
                </a:lnTo>
                <a:lnTo>
                  <a:pt x="0" y="301629"/>
                </a:lnTo>
                <a:lnTo>
                  <a:pt x="0" y="296302"/>
                </a:lnTo>
                <a:lnTo>
                  <a:pt x="945" y="294029"/>
                </a:lnTo>
                <a:lnTo>
                  <a:pt x="4725" y="290263"/>
                </a:lnTo>
                <a:lnTo>
                  <a:pt x="7006" y="289321"/>
                </a:lnTo>
                <a:lnTo>
                  <a:pt x="9679" y="289321"/>
                </a:lnTo>
                <a:lnTo>
                  <a:pt x="53316" y="297238"/>
                </a:lnTo>
                <a:lnTo>
                  <a:pt x="87588" y="318006"/>
                </a:lnTo>
                <a:lnTo>
                  <a:pt x="115360" y="347156"/>
                </a:lnTo>
                <a:lnTo>
                  <a:pt x="162297" y="411081"/>
                </a:lnTo>
                <a:lnTo>
                  <a:pt x="187068" y="437514"/>
                </a:lnTo>
                <a:lnTo>
                  <a:pt x="216753" y="455974"/>
                </a:lnTo>
                <a:lnTo>
                  <a:pt x="217680" y="456167"/>
                </a:lnTo>
                <a:lnTo>
                  <a:pt x="254094" y="462915"/>
                </a:lnTo>
                <a:lnTo>
                  <a:pt x="316633" y="462915"/>
                </a:lnTo>
                <a:lnTo>
                  <a:pt x="297910" y="474279"/>
                </a:lnTo>
                <a:lnTo>
                  <a:pt x="254094" y="482203"/>
                </a:lnTo>
                <a:close/>
              </a:path>
              <a:path w="1974850" h="771525">
                <a:moveTo>
                  <a:pt x="316633" y="462915"/>
                </a:moveTo>
                <a:lnTo>
                  <a:pt x="254094" y="462915"/>
                </a:lnTo>
                <a:lnTo>
                  <a:pt x="290502" y="456167"/>
                </a:lnTo>
                <a:lnTo>
                  <a:pt x="291429" y="455974"/>
                </a:lnTo>
                <a:lnTo>
                  <a:pt x="321102" y="437514"/>
                </a:lnTo>
                <a:lnTo>
                  <a:pt x="345871" y="411081"/>
                </a:lnTo>
                <a:lnTo>
                  <a:pt x="392829" y="347156"/>
                </a:lnTo>
                <a:lnTo>
                  <a:pt x="420600" y="318006"/>
                </a:lnTo>
                <a:lnTo>
                  <a:pt x="454873" y="297238"/>
                </a:lnTo>
                <a:lnTo>
                  <a:pt x="498509" y="289321"/>
                </a:lnTo>
                <a:lnTo>
                  <a:pt x="542155" y="297238"/>
                </a:lnTo>
                <a:lnTo>
                  <a:pt x="560975" y="308609"/>
                </a:lnTo>
                <a:lnTo>
                  <a:pt x="498509" y="308609"/>
                </a:lnTo>
                <a:lnTo>
                  <a:pt x="461340" y="315549"/>
                </a:lnTo>
                <a:lnTo>
                  <a:pt x="457301" y="318006"/>
                </a:lnTo>
                <a:lnTo>
                  <a:pt x="431665" y="334004"/>
                </a:lnTo>
                <a:lnTo>
                  <a:pt x="406880" y="360423"/>
                </a:lnTo>
                <a:lnTo>
                  <a:pt x="359895" y="424327"/>
                </a:lnTo>
                <a:lnTo>
                  <a:pt x="332156" y="453493"/>
                </a:lnTo>
                <a:lnTo>
                  <a:pt x="316633" y="462915"/>
                </a:lnTo>
                <a:close/>
              </a:path>
              <a:path w="1974850" h="771525">
                <a:moveTo>
                  <a:pt x="805412" y="462915"/>
                </a:moveTo>
                <a:lnTo>
                  <a:pt x="742924" y="462915"/>
                </a:lnTo>
                <a:lnTo>
                  <a:pt x="780299" y="455974"/>
                </a:lnTo>
                <a:lnTo>
                  <a:pt x="809938" y="437514"/>
                </a:lnTo>
                <a:lnTo>
                  <a:pt x="834650" y="411081"/>
                </a:lnTo>
                <a:lnTo>
                  <a:pt x="881545" y="347156"/>
                </a:lnTo>
                <a:lnTo>
                  <a:pt x="909295" y="318006"/>
                </a:lnTo>
                <a:lnTo>
                  <a:pt x="943544" y="297238"/>
                </a:lnTo>
                <a:lnTo>
                  <a:pt x="987339" y="289321"/>
                </a:lnTo>
                <a:lnTo>
                  <a:pt x="1030968" y="297238"/>
                </a:lnTo>
                <a:lnTo>
                  <a:pt x="1049777" y="308609"/>
                </a:lnTo>
                <a:lnTo>
                  <a:pt x="987339" y="308609"/>
                </a:lnTo>
                <a:lnTo>
                  <a:pt x="950163" y="315549"/>
                </a:lnTo>
                <a:lnTo>
                  <a:pt x="946122" y="318006"/>
                </a:lnTo>
                <a:lnTo>
                  <a:pt x="920477" y="334004"/>
                </a:lnTo>
                <a:lnTo>
                  <a:pt x="895689" y="360423"/>
                </a:lnTo>
                <a:lnTo>
                  <a:pt x="848710" y="424327"/>
                </a:lnTo>
                <a:lnTo>
                  <a:pt x="820943" y="453493"/>
                </a:lnTo>
                <a:lnTo>
                  <a:pt x="805412" y="462915"/>
                </a:lnTo>
                <a:close/>
              </a:path>
              <a:path w="1974850" h="771525">
                <a:moveTo>
                  <a:pt x="1293972" y="463107"/>
                </a:moveTo>
                <a:lnTo>
                  <a:pt x="1231705" y="463107"/>
                </a:lnTo>
                <a:lnTo>
                  <a:pt x="1269059" y="456167"/>
                </a:lnTo>
                <a:lnTo>
                  <a:pt x="1299005" y="437514"/>
                </a:lnTo>
                <a:lnTo>
                  <a:pt x="1298876" y="437514"/>
                </a:lnTo>
                <a:lnTo>
                  <a:pt x="1323545" y="411081"/>
                </a:lnTo>
                <a:lnTo>
                  <a:pt x="1370447" y="347156"/>
                </a:lnTo>
                <a:lnTo>
                  <a:pt x="1398235" y="318006"/>
                </a:lnTo>
                <a:lnTo>
                  <a:pt x="1432524" y="297238"/>
                </a:lnTo>
                <a:lnTo>
                  <a:pt x="1476168" y="289321"/>
                </a:lnTo>
                <a:lnTo>
                  <a:pt x="1519814" y="297238"/>
                </a:lnTo>
                <a:lnTo>
                  <a:pt x="1538630" y="308609"/>
                </a:lnTo>
                <a:lnTo>
                  <a:pt x="1476169" y="308609"/>
                </a:lnTo>
                <a:lnTo>
                  <a:pt x="1438994" y="315549"/>
                </a:lnTo>
                <a:lnTo>
                  <a:pt x="1434954" y="318006"/>
                </a:lnTo>
                <a:lnTo>
                  <a:pt x="1409312" y="334004"/>
                </a:lnTo>
                <a:lnTo>
                  <a:pt x="1384539" y="360423"/>
                </a:lnTo>
                <a:lnTo>
                  <a:pt x="1337589" y="424327"/>
                </a:lnTo>
                <a:lnTo>
                  <a:pt x="1309821" y="453493"/>
                </a:lnTo>
                <a:lnTo>
                  <a:pt x="1293972" y="463107"/>
                </a:lnTo>
                <a:close/>
              </a:path>
              <a:path w="1974850" h="771525">
                <a:moveTo>
                  <a:pt x="1783171" y="462915"/>
                </a:moveTo>
                <a:lnTo>
                  <a:pt x="1720583" y="462915"/>
                </a:lnTo>
                <a:lnTo>
                  <a:pt x="1756975" y="456167"/>
                </a:lnTo>
                <a:lnTo>
                  <a:pt x="1757913" y="455974"/>
                </a:lnTo>
                <a:lnTo>
                  <a:pt x="1787569" y="437514"/>
                </a:lnTo>
                <a:lnTo>
                  <a:pt x="1812301" y="411081"/>
                </a:lnTo>
                <a:lnTo>
                  <a:pt x="1859156" y="347156"/>
                </a:lnTo>
                <a:lnTo>
                  <a:pt x="1886912" y="318006"/>
                </a:lnTo>
                <a:lnTo>
                  <a:pt x="1921175" y="297238"/>
                </a:lnTo>
                <a:lnTo>
                  <a:pt x="1964998" y="289321"/>
                </a:lnTo>
                <a:lnTo>
                  <a:pt x="1967671" y="289321"/>
                </a:lnTo>
                <a:lnTo>
                  <a:pt x="1969952" y="290263"/>
                </a:lnTo>
                <a:lnTo>
                  <a:pt x="1973733" y="294029"/>
                </a:lnTo>
                <a:lnTo>
                  <a:pt x="1974678" y="296302"/>
                </a:lnTo>
                <a:lnTo>
                  <a:pt x="1974678" y="301629"/>
                </a:lnTo>
                <a:lnTo>
                  <a:pt x="1973733" y="303902"/>
                </a:lnTo>
                <a:lnTo>
                  <a:pt x="1969952" y="307668"/>
                </a:lnTo>
                <a:lnTo>
                  <a:pt x="1967671" y="308609"/>
                </a:lnTo>
                <a:lnTo>
                  <a:pt x="1964998" y="308609"/>
                </a:lnTo>
                <a:lnTo>
                  <a:pt x="1927830" y="315549"/>
                </a:lnTo>
                <a:lnTo>
                  <a:pt x="1923792" y="318006"/>
                </a:lnTo>
                <a:lnTo>
                  <a:pt x="1898160" y="334004"/>
                </a:lnTo>
                <a:lnTo>
                  <a:pt x="1873389" y="360423"/>
                </a:lnTo>
                <a:lnTo>
                  <a:pt x="1826433" y="424327"/>
                </a:lnTo>
                <a:lnTo>
                  <a:pt x="1798693" y="453493"/>
                </a:lnTo>
                <a:lnTo>
                  <a:pt x="1783171" y="462915"/>
                </a:lnTo>
                <a:close/>
              </a:path>
              <a:path w="1974850" h="771525">
                <a:moveTo>
                  <a:pt x="742876" y="482203"/>
                </a:moveTo>
                <a:lnTo>
                  <a:pt x="699081" y="474279"/>
                </a:lnTo>
                <a:lnTo>
                  <a:pt x="664832" y="453493"/>
                </a:lnTo>
                <a:lnTo>
                  <a:pt x="637081" y="424327"/>
                </a:lnTo>
                <a:lnTo>
                  <a:pt x="590174" y="360423"/>
                </a:lnTo>
                <a:lnTo>
                  <a:pt x="565445" y="334004"/>
                </a:lnTo>
                <a:lnTo>
                  <a:pt x="535816" y="315549"/>
                </a:lnTo>
                <a:lnTo>
                  <a:pt x="498509" y="308609"/>
                </a:lnTo>
                <a:lnTo>
                  <a:pt x="560975" y="308609"/>
                </a:lnTo>
                <a:lnTo>
                  <a:pt x="576439" y="318006"/>
                </a:lnTo>
                <a:lnTo>
                  <a:pt x="604246" y="347156"/>
                </a:lnTo>
                <a:lnTo>
                  <a:pt x="628654" y="380217"/>
                </a:lnTo>
                <a:lnTo>
                  <a:pt x="651239" y="411081"/>
                </a:lnTo>
                <a:lnTo>
                  <a:pt x="675934" y="437514"/>
                </a:lnTo>
                <a:lnTo>
                  <a:pt x="705556" y="455974"/>
                </a:lnTo>
                <a:lnTo>
                  <a:pt x="742924" y="462915"/>
                </a:lnTo>
                <a:lnTo>
                  <a:pt x="805412" y="462915"/>
                </a:lnTo>
                <a:lnTo>
                  <a:pt x="786678" y="474279"/>
                </a:lnTo>
                <a:lnTo>
                  <a:pt x="742876" y="482203"/>
                </a:lnTo>
                <a:close/>
              </a:path>
              <a:path w="1974850" h="771525">
                <a:moveTo>
                  <a:pt x="1231754" y="482203"/>
                </a:moveTo>
                <a:lnTo>
                  <a:pt x="1187951" y="474279"/>
                </a:lnTo>
                <a:lnTo>
                  <a:pt x="1153686" y="453493"/>
                </a:lnTo>
                <a:lnTo>
                  <a:pt x="1125919" y="424327"/>
                </a:lnTo>
                <a:lnTo>
                  <a:pt x="1079024" y="360423"/>
                </a:lnTo>
                <a:lnTo>
                  <a:pt x="1054293" y="334004"/>
                </a:lnTo>
                <a:lnTo>
                  <a:pt x="1024652" y="315549"/>
                </a:lnTo>
                <a:lnTo>
                  <a:pt x="987339" y="308609"/>
                </a:lnTo>
                <a:lnTo>
                  <a:pt x="1049777" y="308609"/>
                </a:lnTo>
                <a:lnTo>
                  <a:pt x="1065224" y="318006"/>
                </a:lnTo>
                <a:lnTo>
                  <a:pt x="1092978" y="347156"/>
                </a:lnTo>
                <a:lnTo>
                  <a:pt x="1139865" y="411081"/>
                </a:lnTo>
                <a:lnTo>
                  <a:pt x="1164535" y="437514"/>
                </a:lnTo>
                <a:lnTo>
                  <a:pt x="1164405" y="437514"/>
                </a:lnTo>
                <a:lnTo>
                  <a:pt x="1194351" y="456167"/>
                </a:lnTo>
                <a:lnTo>
                  <a:pt x="1231705" y="463107"/>
                </a:lnTo>
                <a:lnTo>
                  <a:pt x="1293972" y="463107"/>
                </a:lnTo>
                <a:lnTo>
                  <a:pt x="1275556" y="474279"/>
                </a:lnTo>
                <a:lnTo>
                  <a:pt x="1231754" y="482203"/>
                </a:lnTo>
                <a:close/>
              </a:path>
              <a:path w="1974850" h="771525">
                <a:moveTo>
                  <a:pt x="1720632" y="482203"/>
                </a:moveTo>
                <a:lnTo>
                  <a:pt x="1676808" y="474279"/>
                </a:lnTo>
                <a:lnTo>
                  <a:pt x="1642540" y="453493"/>
                </a:lnTo>
                <a:lnTo>
                  <a:pt x="1614769" y="424327"/>
                </a:lnTo>
                <a:lnTo>
                  <a:pt x="1567853" y="360423"/>
                </a:lnTo>
                <a:lnTo>
                  <a:pt x="1543122" y="334004"/>
                </a:lnTo>
                <a:lnTo>
                  <a:pt x="1513482" y="315549"/>
                </a:lnTo>
                <a:lnTo>
                  <a:pt x="1476168" y="308609"/>
                </a:lnTo>
                <a:lnTo>
                  <a:pt x="1538630" y="308609"/>
                </a:lnTo>
                <a:lnTo>
                  <a:pt x="1554093" y="318006"/>
                </a:lnTo>
                <a:lnTo>
                  <a:pt x="1581885" y="347156"/>
                </a:lnTo>
                <a:lnTo>
                  <a:pt x="1628885" y="411081"/>
                </a:lnTo>
                <a:lnTo>
                  <a:pt x="1653641" y="437514"/>
                </a:lnTo>
                <a:lnTo>
                  <a:pt x="1683290" y="455974"/>
                </a:lnTo>
                <a:lnTo>
                  <a:pt x="1720583" y="462915"/>
                </a:lnTo>
                <a:lnTo>
                  <a:pt x="1783171" y="462915"/>
                </a:lnTo>
                <a:lnTo>
                  <a:pt x="1764447" y="474279"/>
                </a:lnTo>
                <a:lnTo>
                  <a:pt x="1720632" y="482203"/>
                </a:lnTo>
                <a:close/>
              </a:path>
              <a:path w="1974850" h="771525">
                <a:moveTo>
                  <a:pt x="254094" y="771525"/>
                </a:moveTo>
                <a:lnTo>
                  <a:pt x="210271" y="763608"/>
                </a:lnTo>
                <a:lnTo>
                  <a:pt x="176008" y="742840"/>
                </a:lnTo>
                <a:lnTo>
                  <a:pt x="148252" y="713690"/>
                </a:lnTo>
                <a:lnTo>
                  <a:pt x="101358" y="649765"/>
                </a:lnTo>
                <a:lnTo>
                  <a:pt x="76615" y="623331"/>
                </a:lnTo>
                <a:lnTo>
                  <a:pt x="46972" y="604872"/>
                </a:lnTo>
                <a:lnTo>
                  <a:pt x="9679" y="597931"/>
                </a:lnTo>
                <a:lnTo>
                  <a:pt x="7006" y="597931"/>
                </a:lnTo>
                <a:lnTo>
                  <a:pt x="4725" y="596990"/>
                </a:lnTo>
                <a:lnTo>
                  <a:pt x="945" y="593224"/>
                </a:lnTo>
                <a:lnTo>
                  <a:pt x="0" y="590950"/>
                </a:lnTo>
                <a:lnTo>
                  <a:pt x="0" y="585624"/>
                </a:lnTo>
                <a:lnTo>
                  <a:pt x="945" y="583351"/>
                </a:lnTo>
                <a:lnTo>
                  <a:pt x="4725" y="579585"/>
                </a:lnTo>
                <a:lnTo>
                  <a:pt x="7006" y="578643"/>
                </a:lnTo>
                <a:lnTo>
                  <a:pt x="9679" y="578643"/>
                </a:lnTo>
                <a:lnTo>
                  <a:pt x="53482" y="586566"/>
                </a:lnTo>
                <a:lnTo>
                  <a:pt x="87747" y="607346"/>
                </a:lnTo>
                <a:lnTo>
                  <a:pt x="115514" y="636499"/>
                </a:lnTo>
                <a:lnTo>
                  <a:pt x="162395" y="700403"/>
                </a:lnTo>
                <a:lnTo>
                  <a:pt x="187104" y="726836"/>
                </a:lnTo>
                <a:lnTo>
                  <a:pt x="216740" y="745296"/>
                </a:lnTo>
                <a:lnTo>
                  <a:pt x="254094" y="752236"/>
                </a:lnTo>
                <a:lnTo>
                  <a:pt x="316661" y="752236"/>
                </a:lnTo>
                <a:lnTo>
                  <a:pt x="297910" y="763608"/>
                </a:lnTo>
                <a:lnTo>
                  <a:pt x="254094" y="771525"/>
                </a:lnTo>
                <a:close/>
              </a:path>
              <a:path w="1974850" h="771525">
                <a:moveTo>
                  <a:pt x="316661" y="752236"/>
                </a:moveTo>
                <a:lnTo>
                  <a:pt x="254094" y="752236"/>
                </a:lnTo>
                <a:lnTo>
                  <a:pt x="291442" y="745296"/>
                </a:lnTo>
                <a:lnTo>
                  <a:pt x="321066" y="726836"/>
                </a:lnTo>
                <a:lnTo>
                  <a:pt x="345772" y="700403"/>
                </a:lnTo>
                <a:lnTo>
                  <a:pt x="392674" y="636499"/>
                </a:lnTo>
                <a:lnTo>
                  <a:pt x="420442" y="607346"/>
                </a:lnTo>
                <a:lnTo>
                  <a:pt x="454707" y="586566"/>
                </a:lnTo>
                <a:lnTo>
                  <a:pt x="498509" y="578643"/>
                </a:lnTo>
                <a:lnTo>
                  <a:pt x="542304" y="586566"/>
                </a:lnTo>
                <a:lnTo>
                  <a:pt x="561035" y="597931"/>
                </a:lnTo>
                <a:lnTo>
                  <a:pt x="498509" y="597931"/>
                </a:lnTo>
                <a:lnTo>
                  <a:pt x="461134" y="604872"/>
                </a:lnTo>
                <a:lnTo>
                  <a:pt x="431495" y="623331"/>
                </a:lnTo>
                <a:lnTo>
                  <a:pt x="406783" y="649765"/>
                </a:lnTo>
                <a:lnTo>
                  <a:pt x="359895" y="713690"/>
                </a:lnTo>
                <a:lnTo>
                  <a:pt x="332156" y="742840"/>
                </a:lnTo>
                <a:lnTo>
                  <a:pt x="316661" y="752236"/>
                </a:lnTo>
                <a:close/>
              </a:path>
              <a:path w="1974850" h="771525">
                <a:moveTo>
                  <a:pt x="805440" y="752236"/>
                </a:moveTo>
                <a:lnTo>
                  <a:pt x="742875" y="752236"/>
                </a:lnTo>
                <a:lnTo>
                  <a:pt x="780251" y="745296"/>
                </a:lnTo>
                <a:lnTo>
                  <a:pt x="809890" y="726836"/>
                </a:lnTo>
                <a:lnTo>
                  <a:pt x="834601" y="700403"/>
                </a:lnTo>
                <a:lnTo>
                  <a:pt x="881489" y="636499"/>
                </a:lnTo>
                <a:lnTo>
                  <a:pt x="909229" y="607346"/>
                </a:lnTo>
                <a:lnTo>
                  <a:pt x="943475" y="586566"/>
                </a:lnTo>
                <a:lnTo>
                  <a:pt x="987290" y="578643"/>
                </a:lnTo>
                <a:lnTo>
                  <a:pt x="1031113" y="586566"/>
                </a:lnTo>
                <a:lnTo>
                  <a:pt x="1049852" y="597931"/>
                </a:lnTo>
                <a:lnTo>
                  <a:pt x="987290" y="597931"/>
                </a:lnTo>
                <a:lnTo>
                  <a:pt x="949936" y="604872"/>
                </a:lnTo>
                <a:lnTo>
                  <a:pt x="920300" y="623331"/>
                </a:lnTo>
                <a:lnTo>
                  <a:pt x="895592" y="649765"/>
                </a:lnTo>
                <a:lnTo>
                  <a:pt x="848710" y="713690"/>
                </a:lnTo>
                <a:lnTo>
                  <a:pt x="820943" y="742840"/>
                </a:lnTo>
                <a:lnTo>
                  <a:pt x="805440" y="752236"/>
                </a:lnTo>
                <a:close/>
              </a:path>
              <a:path w="1974850" h="771525">
                <a:moveTo>
                  <a:pt x="1294269" y="752236"/>
                </a:moveTo>
                <a:lnTo>
                  <a:pt x="1231705" y="752236"/>
                </a:lnTo>
                <a:lnTo>
                  <a:pt x="1269059" y="745296"/>
                </a:lnTo>
                <a:lnTo>
                  <a:pt x="1298695" y="726836"/>
                </a:lnTo>
                <a:lnTo>
                  <a:pt x="1323404" y="700403"/>
                </a:lnTo>
                <a:lnTo>
                  <a:pt x="1370278" y="636499"/>
                </a:lnTo>
                <a:lnTo>
                  <a:pt x="1398034" y="607346"/>
                </a:lnTo>
                <a:lnTo>
                  <a:pt x="1432297" y="586566"/>
                </a:lnTo>
                <a:lnTo>
                  <a:pt x="1476120" y="578643"/>
                </a:lnTo>
                <a:lnTo>
                  <a:pt x="1519943" y="586566"/>
                </a:lnTo>
                <a:lnTo>
                  <a:pt x="1538682" y="597931"/>
                </a:lnTo>
                <a:lnTo>
                  <a:pt x="1476120" y="597931"/>
                </a:lnTo>
                <a:lnTo>
                  <a:pt x="1438766" y="604872"/>
                </a:lnTo>
                <a:lnTo>
                  <a:pt x="1409130" y="623331"/>
                </a:lnTo>
                <a:lnTo>
                  <a:pt x="1384421" y="649765"/>
                </a:lnTo>
                <a:lnTo>
                  <a:pt x="1337540" y="713690"/>
                </a:lnTo>
                <a:lnTo>
                  <a:pt x="1309773" y="742840"/>
                </a:lnTo>
                <a:lnTo>
                  <a:pt x="1294269" y="752236"/>
                </a:lnTo>
                <a:close/>
              </a:path>
              <a:path w="1974850" h="771525">
                <a:moveTo>
                  <a:pt x="1783150" y="752236"/>
                </a:moveTo>
                <a:lnTo>
                  <a:pt x="1720583" y="752236"/>
                </a:lnTo>
                <a:lnTo>
                  <a:pt x="1757931" y="745296"/>
                </a:lnTo>
                <a:lnTo>
                  <a:pt x="1787555" y="726836"/>
                </a:lnTo>
                <a:lnTo>
                  <a:pt x="1812261" y="700403"/>
                </a:lnTo>
                <a:lnTo>
                  <a:pt x="1859156" y="636499"/>
                </a:lnTo>
                <a:lnTo>
                  <a:pt x="1886912" y="607346"/>
                </a:lnTo>
                <a:lnTo>
                  <a:pt x="1921175" y="586566"/>
                </a:lnTo>
                <a:lnTo>
                  <a:pt x="1964998" y="578643"/>
                </a:lnTo>
                <a:lnTo>
                  <a:pt x="1967671" y="578643"/>
                </a:lnTo>
                <a:lnTo>
                  <a:pt x="1969952" y="579585"/>
                </a:lnTo>
                <a:lnTo>
                  <a:pt x="1973733" y="583351"/>
                </a:lnTo>
                <a:lnTo>
                  <a:pt x="1974678" y="585624"/>
                </a:lnTo>
                <a:lnTo>
                  <a:pt x="1974678" y="590950"/>
                </a:lnTo>
                <a:lnTo>
                  <a:pt x="1973733" y="593224"/>
                </a:lnTo>
                <a:lnTo>
                  <a:pt x="1969952" y="596990"/>
                </a:lnTo>
                <a:lnTo>
                  <a:pt x="1967671" y="597931"/>
                </a:lnTo>
                <a:lnTo>
                  <a:pt x="1964998" y="597931"/>
                </a:lnTo>
                <a:lnTo>
                  <a:pt x="1927623" y="604872"/>
                </a:lnTo>
                <a:lnTo>
                  <a:pt x="1897984" y="623331"/>
                </a:lnTo>
                <a:lnTo>
                  <a:pt x="1873272" y="649765"/>
                </a:lnTo>
                <a:lnTo>
                  <a:pt x="1826384" y="713690"/>
                </a:lnTo>
                <a:lnTo>
                  <a:pt x="1798645" y="742840"/>
                </a:lnTo>
                <a:lnTo>
                  <a:pt x="1783150" y="752236"/>
                </a:lnTo>
                <a:close/>
              </a:path>
              <a:path w="1974850" h="771525">
                <a:moveTo>
                  <a:pt x="742875" y="771525"/>
                </a:moveTo>
                <a:lnTo>
                  <a:pt x="699080" y="763608"/>
                </a:lnTo>
                <a:lnTo>
                  <a:pt x="664832" y="742840"/>
                </a:lnTo>
                <a:lnTo>
                  <a:pt x="637081" y="713690"/>
                </a:lnTo>
                <a:lnTo>
                  <a:pt x="590194" y="649765"/>
                </a:lnTo>
                <a:lnTo>
                  <a:pt x="565499" y="623331"/>
                </a:lnTo>
                <a:lnTo>
                  <a:pt x="535877" y="604872"/>
                </a:lnTo>
                <a:lnTo>
                  <a:pt x="498509" y="597931"/>
                </a:lnTo>
                <a:lnTo>
                  <a:pt x="561035" y="597931"/>
                </a:lnTo>
                <a:lnTo>
                  <a:pt x="576552" y="607346"/>
                </a:lnTo>
                <a:lnTo>
                  <a:pt x="604303" y="636499"/>
                </a:lnTo>
                <a:lnTo>
                  <a:pt x="651190" y="700403"/>
                </a:lnTo>
                <a:lnTo>
                  <a:pt x="675885" y="726836"/>
                </a:lnTo>
                <a:lnTo>
                  <a:pt x="705508" y="745296"/>
                </a:lnTo>
                <a:lnTo>
                  <a:pt x="742875" y="752236"/>
                </a:lnTo>
                <a:lnTo>
                  <a:pt x="805440" y="752236"/>
                </a:lnTo>
                <a:lnTo>
                  <a:pt x="786678" y="763608"/>
                </a:lnTo>
                <a:lnTo>
                  <a:pt x="742875" y="771525"/>
                </a:lnTo>
                <a:close/>
              </a:path>
              <a:path w="1974850" h="771525">
                <a:moveTo>
                  <a:pt x="1231705" y="771525"/>
                </a:moveTo>
                <a:lnTo>
                  <a:pt x="1187902" y="763608"/>
                </a:lnTo>
                <a:lnTo>
                  <a:pt x="1153638" y="742840"/>
                </a:lnTo>
                <a:lnTo>
                  <a:pt x="1125870" y="713690"/>
                </a:lnTo>
                <a:lnTo>
                  <a:pt x="1078989" y="649765"/>
                </a:lnTo>
                <a:lnTo>
                  <a:pt x="1054281" y="623331"/>
                </a:lnTo>
                <a:lnTo>
                  <a:pt x="1024644" y="604872"/>
                </a:lnTo>
                <a:lnTo>
                  <a:pt x="987290" y="597931"/>
                </a:lnTo>
                <a:lnTo>
                  <a:pt x="1049852" y="597931"/>
                </a:lnTo>
                <a:lnTo>
                  <a:pt x="1065376" y="607346"/>
                </a:lnTo>
                <a:lnTo>
                  <a:pt x="1093132" y="636499"/>
                </a:lnTo>
                <a:lnTo>
                  <a:pt x="1140006" y="700403"/>
                </a:lnTo>
                <a:lnTo>
                  <a:pt x="1164715" y="726836"/>
                </a:lnTo>
                <a:lnTo>
                  <a:pt x="1194351" y="745296"/>
                </a:lnTo>
                <a:lnTo>
                  <a:pt x="1231705" y="752236"/>
                </a:lnTo>
                <a:lnTo>
                  <a:pt x="1294269" y="752236"/>
                </a:lnTo>
                <a:lnTo>
                  <a:pt x="1275508" y="763608"/>
                </a:lnTo>
                <a:lnTo>
                  <a:pt x="1231705" y="771525"/>
                </a:lnTo>
                <a:close/>
              </a:path>
              <a:path w="1974850" h="771525">
                <a:moveTo>
                  <a:pt x="1720583" y="771525"/>
                </a:moveTo>
                <a:lnTo>
                  <a:pt x="1676759" y="763608"/>
                </a:lnTo>
                <a:lnTo>
                  <a:pt x="1642491" y="742840"/>
                </a:lnTo>
                <a:lnTo>
                  <a:pt x="1614721" y="713690"/>
                </a:lnTo>
                <a:lnTo>
                  <a:pt x="1567819" y="649765"/>
                </a:lnTo>
                <a:lnTo>
                  <a:pt x="1543110" y="623331"/>
                </a:lnTo>
                <a:lnTo>
                  <a:pt x="1513474" y="604872"/>
                </a:lnTo>
                <a:lnTo>
                  <a:pt x="1476120" y="597931"/>
                </a:lnTo>
                <a:lnTo>
                  <a:pt x="1538682" y="597931"/>
                </a:lnTo>
                <a:lnTo>
                  <a:pt x="1554206" y="607346"/>
                </a:lnTo>
                <a:lnTo>
                  <a:pt x="1581962" y="636499"/>
                </a:lnTo>
                <a:lnTo>
                  <a:pt x="1628864" y="700403"/>
                </a:lnTo>
                <a:lnTo>
                  <a:pt x="1653587" y="726836"/>
                </a:lnTo>
                <a:lnTo>
                  <a:pt x="1683228" y="745296"/>
                </a:lnTo>
                <a:lnTo>
                  <a:pt x="1720583" y="752236"/>
                </a:lnTo>
                <a:lnTo>
                  <a:pt x="1783150" y="752236"/>
                </a:lnTo>
                <a:lnTo>
                  <a:pt x="1764399" y="763608"/>
                </a:lnTo>
                <a:lnTo>
                  <a:pt x="1720583" y="771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844252" y="489882"/>
            <a:ext cx="10265390" cy="1849159"/>
          </a:xfrm>
          <a:prstGeom prst="rect">
            <a:avLst/>
          </a:prstGeom>
        </p:spPr>
        <p:txBody>
          <a:bodyPr vert="horz" wrap="square" lIns="0" tIns="733995" rIns="0" bIns="0" rtlCol="0">
            <a:spAutoFit/>
          </a:bodyPr>
          <a:lstStyle/>
          <a:p>
            <a:pPr marL="1355090">
              <a:lnSpc>
                <a:spcPct val="100000"/>
              </a:lnSpc>
              <a:spcBef>
                <a:spcPts val="110"/>
              </a:spcBef>
            </a:pPr>
            <a:r>
              <a:rPr lang="en-US" sz="7200" dirty="0">
                <a:latin typeface="Algerian" panose="04020705040A02060702" pitchFamily="82" charset="0"/>
              </a:rPr>
              <a:t>Future Scope</a:t>
            </a:r>
            <a:endParaRPr sz="7200" spc="-1860" dirty="0">
              <a:latin typeface="Algerian" panose="04020705040A02060702" pitchFamily="82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79430" y="5389409"/>
            <a:ext cx="8604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70%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709" y="1742209"/>
            <a:ext cx="17717770" cy="8572500"/>
            <a:chOff x="0" y="1715077"/>
            <a:chExt cx="17717770" cy="8572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74341"/>
              <a:ext cx="17717156" cy="3335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7" y="1715077"/>
              <a:ext cx="14343012" cy="857192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191000" y="2820646"/>
            <a:ext cx="11156194" cy="17062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000" b="1" dirty="0">
                <a:latin typeface="Algerian" panose="04020705040A02060702" pitchFamily="82" charset="0"/>
              </a:rPr>
              <a:t>Thank you</a:t>
            </a:r>
            <a:endParaRPr sz="11000" b="1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311</Words>
  <Application>Microsoft Office PowerPoint</Application>
  <PresentationFormat>Custom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 Black</vt:lpstr>
      <vt:lpstr>Lucida Sans Unicode</vt:lpstr>
      <vt:lpstr>Trebuchet MS</vt:lpstr>
      <vt:lpstr>Office Theme</vt:lpstr>
      <vt:lpstr>D.Y.Patil college of engineering &amp; technology, kasaba bawada, kolhapur Department of Computer Science &amp; Engineering Academic Year 2025-26</vt:lpstr>
      <vt:lpstr>Introduction</vt:lpstr>
      <vt:lpstr>Problem Statement</vt:lpstr>
      <vt:lpstr>Proposed Solution</vt:lpstr>
      <vt:lpstr>System Architecture</vt:lpstr>
      <vt:lpstr>Technology Used</vt:lpstr>
      <vt:lpstr>Advantages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Minimalist Project Presentation</dc:title>
  <dc:creator>Snehal Khot</dc:creator>
  <cp:keywords>DAHC5vOUpbE,BAGYaDMN-fA,0</cp:keywords>
  <cp:lastModifiedBy>Snehal Khot</cp:lastModifiedBy>
  <cp:revision>5</cp:revision>
  <dcterms:created xsi:type="dcterms:W3CDTF">2026-03-03T15:39:41Z</dcterms:created>
  <dcterms:modified xsi:type="dcterms:W3CDTF">2026-05-05T06:31:55Z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2026-03-03T00:00:00Z</vt:filetime>
  </property>
  <property fmtid="{D5CDD505-2E9C-101B-9397-08002B2CF9AE}" pid="5" name="Producer">
    <vt:lpwstr>Canva</vt:lpwstr>
  </property>
</Properties>
</file>